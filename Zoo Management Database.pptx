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7" r:id="rId3"/>
    <p:sldId id="258" r:id="rId4"/>
    <p:sldId id="290"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013"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DFD3E1E-87B0-47B2-8156-EB4FDEF84A39}" type="datetimeFigureOut">
              <a:rPr lang="en-IN" smtClean="0"/>
              <a:t>06-07-2024</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429302A-3EF0-4C9B-B923-AF02BACFC140}" type="slidenum">
              <a:rPr lang="en-IN" smtClean="0"/>
              <a:t>‹#›</a:t>
            </a:fld>
            <a:endParaRPr lang="en-IN"/>
          </a:p>
        </p:txBody>
      </p:sp>
    </p:spTree>
    <p:extLst>
      <p:ext uri="{BB962C8B-B14F-4D97-AF65-F5344CB8AC3E}">
        <p14:creationId xmlns:p14="http://schemas.microsoft.com/office/powerpoint/2010/main" val="1582949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29302A-3EF0-4C9B-B923-AF02BACFC140}" type="slidenum">
              <a:rPr lang="en-IN" smtClean="0"/>
              <a:t>2</a:t>
            </a:fld>
            <a:endParaRPr lang="en-IN"/>
          </a:p>
        </p:txBody>
      </p:sp>
    </p:spTree>
    <p:extLst>
      <p:ext uri="{BB962C8B-B14F-4D97-AF65-F5344CB8AC3E}">
        <p14:creationId xmlns:p14="http://schemas.microsoft.com/office/powerpoint/2010/main" val="11042897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1999" cy="6857997"/>
          </a:xfrm>
          <a:prstGeom prst="rect">
            <a:avLst/>
          </a:prstGeom>
        </p:spPr>
      </p:pic>
      <p:pic>
        <p:nvPicPr>
          <p:cNvPr id="17" name="bg object 17"/>
          <p:cNvPicPr/>
          <p:nvPr/>
        </p:nvPicPr>
        <p:blipFill>
          <a:blip r:embed="rId3" cstate="print"/>
          <a:stretch>
            <a:fillRect/>
          </a:stretch>
        </p:blipFill>
        <p:spPr>
          <a:xfrm>
            <a:off x="0" y="2667000"/>
            <a:ext cx="4191000" cy="4191000"/>
          </a:xfrm>
          <a:prstGeom prst="rect">
            <a:avLst/>
          </a:prstGeom>
        </p:spPr>
      </p:pic>
      <p:pic>
        <p:nvPicPr>
          <p:cNvPr id="18" name="bg object 18"/>
          <p:cNvPicPr/>
          <p:nvPr/>
        </p:nvPicPr>
        <p:blipFill>
          <a:blip r:embed="rId4" cstate="print"/>
          <a:stretch>
            <a:fillRect/>
          </a:stretch>
        </p:blipFill>
        <p:spPr>
          <a:xfrm>
            <a:off x="8609076" y="5867400"/>
            <a:ext cx="990600" cy="990600"/>
          </a:xfrm>
          <a:prstGeom prst="rect">
            <a:avLst/>
          </a:prstGeom>
        </p:spPr>
      </p:pic>
      <p:pic>
        <p:nvPicPr>
          <p:cNvPr id="19" name="bg object 19"/>
          <p:cNvPicPr/>
          <p:nvPr/>
        </p:nvPicPr>
        <p:blipFill>
          <a:blip r:embed="rId5" cstate="print"/>
          <a:stretch>
            <a:fillRect/>
          </a:stretch>
        </p:blipFill>
        <p:spPr>
          <a:xfrm>
            <a:off x="8609076" y="1676400"/>
            <a:ext cx="2819400" cy="2819400"/>
          </a:xfrm>
          <a:prstGeom prst="rect">
            <a:avLst/>
          </a:prstGeom>
        </p:spPr>
      </p:pic>
      <p:pic>
        <p:nvPicPr>
          <p:cNvPr id="20" name="bg object 20"/>
          <p:cNvPicPr/>
          <p:nvPr/>
        </p:nvPicPr>
        <p:blipFill>
          <a:blip r:embed="rId6" cstate="print"/>
          <a:stretch>
            <a:fillRect/>
          </a:stretch>
        </p:blipFill>
        <p:spPr>
          <a:xfrm>
            <a:off x="7999476" y="9144"/>
            <a:ext cx="1600200" cy="1600200"/>
          </a:xfrm>
          <a:prstGeom prst="rect">
            <a:avLst/>
          </a:prstGeom>
        </p:spPr>
      </p:pic>
      <p:sp>
        <p:nvSpPr>
          <p:cNvPr id="21" name="bg object 21"/>
          <p:cNvSpPr/>
          <p:nvPr/>
        </p:nvSpPr>
        <p:spPr>
          <a:xfrm>
            <a:off x="8502142" y="3906647"/>
            <a:ext cx="3288029" cy="768350"/>
          </a:xfrm>
          <a:custGeom>
            <a:avLst/>
            <a:gdLst/>
            <a:ahLst/>
            <a:cxnLst/>
            <a:rect l="l" t="t" r="r" b="b"/>
            <a:pathLst>
              <a:path w="3288029" h="768350">
                <a:moveTo>
                  <a:pt x="3226307" y="0"/>
                </a:moveTo>
                <a:lnTo>
                  <a:pt x="2909951" y="104775"/>
                </a:lnTo>
                <a:lnTo>
                  <a:pt x="2591054" y="200659"/>
                </a:lnTo>
                <a:lnTo>
                  <a:pt x="2485643" y="229996"/>
                </a:lnTo>
                <a:lnTo>
                  <a:pt x="2271522" y="287273"/>
                </a:lnTo>
                <a:lnTo>
                  <a:pt x="2059812" y="340486"/>
                </a:lnTo>
                <a:lnTo>
                  <a:pt x="1954656" y="365759"/>
                </a:lnTo>
                <a:lnTo>
                  <a:pt x="1639697" y="436244"/>
                </a:lnTo>
                <a:lnTo>
                  <a:pt x="1330071" y="498855"/>
                </a:lnTo>
                <a:lnTo>
                  <a:pt x="1127378" y="536828"/>
                </a:lnTo>
                <a:lnTo>
                  <a:pt x="829309" y="588517"/>
                </a:lnTo>
                <a:lnTo>
                  <a:pt x="447928" y="646810"/>
                </a:lnTo>
                <a:lnTo>
                  <a:pt x="174751" y="683894"/>
                </a:lnTo>
                <a:lnTo>
                  <a:pt x="0" y="705103"/>
                </a:lnTo>
                <a:lnTo>
                  <a:pt x="9701" y="720494"/>
                </a:lnTo>
                <a:lnTo>
                  <a:pt x="29342" y="751181"/>
                </a:lnTo>
                <a:lnTo>
                  <a:pt x="39115" y="766571"/>
                </a:lnTo>
                <a:lnTo>
                  <a:pt x="66166" y="767349"/>
                </a:lnTo>
                <a:lnTo>
                  <a:pt x="95131" y="767793"/>
                </a:lnTo>
                <a:lnTo>
                  <a:pt x="125954" y="767911"/>
                </a:lnTo>
                <a:lnTo>
                  <a:pt x="192949" y="767195"/>
                </a:lnTo>
                <a:lnTo>
                  <a:pt x="305973" y="763849"/>
                </a:lnTo>
                <a:lnTo>
                  <a:pt x="477701" y="755441"/>
                </a:lnTo>
                <a:lnTo>
                  <a:pt x="773052" y="735284"/>
                </a:lnTo>
                <a:lnTo>
                  <a:pt x="1336019" y="685315"/>
                </a:lnTo>
                <a:lnTo>
                  <a:pt x="2059023" y="606988"/>
                </a:lnTo>
                <a:lnTo>
                  <a:pt x="2689041" y="527362"/>
                </a:lnTo>
                <a:lnTo>
                  <a:pt x="3038251" y="477217"/>
                </a:lnTo>
                <a:lnTo>
                  <a:pt x="3250138" y="443265"/>
                </a:lnTo>
                <a:lnTo>
                  <a:pt x="3288029" y="436752"/>
                </a:lnTo>
                <a:lnTo>
                  <a:pt x="3280235" y="379771"/>
                </a:lnTo>
                <a:lnTo>
                  <a:pt x="3273959" y="334487"/>
                </a:lnTo>
                <a:lnTo>
                  <a:pt x="3264862" y="270500"/>
                </a:lnTo>
                <a:lnTo>
                  <a:pt x="3252759" y="189298"/>
                </a:lnTo>
                <a:lnTo>
                  <a:pt x="3249394" y="166333"/>
                </a:lnTo>
                <a:lnTo>
                  <a:pt x="3245343" y="138048"/>
                </a:lnTo>
                <a:lnTo>
                  <a:pt x="3240328" y="102315"/>
                </a:lnTo>
                <a:lnTo>
                  <a:pt x="3234075" y="57008"/>
                </a:lnTo>
                <a:lnTo>
                  <a:pt x="3226307" y="0"/>
                </a:lnTo>
                <a:close/>
              </a:path>
            </a:pathLst>
          </a:custGeom>
          <a:solidFill>
            <a:srgbClr val="FFFFFF">
              <a:alpha val="19999"/>
            </a:srgbClr>
          </a:solidFill>
        </p:spPr>
        <p:txBody>
          <a:bodyPr wrap="square" lIns="0" tIns="0" rIns="0" bIns="0" rtlCol="0"/>
          <a:lstStyle/>
          <a:p>
            <a:endParaRPr/>
          </a:p>
        </p:txBody>
      </p:sp>
      <p:sp>
        <p:nvSpPr>
          <p:cNvPr id="22" name="bg object 22"/>
          <p:cNvSpPr/>
          <p:nvPr/>
        </p:nvSpPr>
        <p:spPr>
          <a:xfrm>
            <a:off x="0" y="1269"/>
            <a:ext cx="12192000" cy="6856730"/>
          </a:xfrm>
          <a:custGeom>
            <a:avLst/>
            <a:gdLst/>
            <a:ahLst/>
            <a:cxnLst/>
            <a:rect l="l" t="t" r="r" b="b"/>
            <a:pathLst>
              <a:path w="12192000" h="6856730">
                <a:moveTo>
                  <a:pt x="12192000" y="0"/>
                </a:moveTo>
                <a:lnTo>
                  <a:pt x="0" y="0"/>
                </a:lnTo>
                <a:lnTo>
                  <a:pt x="0" y="469900"/>
                </a:lnTo>
                <a:lnTo>
                  <a:pt x="0" y="6380480"/>
                </a:lnTo>
                <a:lnTo>
                  <a:pt x="0" y="6856730"/>
                </a:lnTo>
                <a:lnTo>
                  <a:pt x="12192000" y="6856730"/>
                </a:lnTo>
                <a:lnTo>
                  <a:pt x="12192000" y="6380480"/>
                </a:lnTo>
                <a:lnTo>
                  <a:pt x="12192000" y="470154"/>
                </a:lnTo>
                <a:lnTo>
                  <a:pt x="11709273" y="470154"/>
                </a:lnTo>
                <a:lnTo>
                  <a:pt x="11709273" y="4245991"/>
                </a:lnTo>
                <a:lnTo>
                  <a:pt x="10966450" y="4367784"/>
                </a:lnTo>
                <a:lnTo>
                  <a:pt x="10196195" y="4470273"/>
                </a:lnTo>
                <a:lnTo>
                  <a:pt x="9942449" y="4498340"/>
                </a:lnTo>
                <a:lnTo>
                  <a:pt x="9429242" y="4549140"/>
                </a:lnTo>
                <a:lnTo>
                  <a:pt x="8922893" y="4591304"/>
                </a:lnTo>
                <a:lnTo>
                  <a:pt x="8671433" y="4608830"/>
                </a:lnTo>
                <a:lnTo>
                  <a:pt x="7921498" y="4648835"/>
                </a:lnTo>
                <a:lnTo>
                  <a:pt x="7186168" y="4671695"/>
                </a:lnTo>
                <a:lnTo>
                  <a:pt x="6468872" y="4680077"/>
                </a:lnTo>
                <a:lnTo>
                  <a:pt x="6002020" y="4678299"/>
                </a:lnTo>
                <a:lnTo>
                  <a:pt x="5104257" y="4659122"/>
                </a:lnTo>
                <a:lnTo>
                  <a:pt x="4462653" y="4633341"/>
                </a:lnTo>
                <a:lnTo>
                  <a:pt x="3284080" y="4560062"/>
                </a:lnTo>
                <a:lnTo>
                  <a:pt x="2587117" y="4502150"/>
                </a:lnTo>
                <a:lnTo>
                  <a:pt x="1974723" y="4439031"/>
                </a:lnTo>
                <a:lnTo>
                  <a:pt x="1451483" y="4378198"/>
                </a:lnTo>
                <a:lnTo>
                  <a:pt x="859409" y="4301363"/>
                </a:lnTo>
                <a:lnTo>
                  <a:pt x="476377" y="4243171"/>
                </a:lnTo>
                <a:lnTo>
                  <a:pt x="476377" y="469900"/>
                </a:lnTo>
                <a:lnTo>
                  <a:pt x="12192000" y="469900"/>
                </a:lnTo>
                <a:lnTo>
                  <a:pt x="12192000" y="0"/>
                </a:lnTo>
                <a:close/>
              </a:path>
            </a:pathLst>
          </a:custGeom>
          <a:solidFill>
            <a:srgbClr val="FFFFFF"/>
          </a:solidFill>
        </p:spPr>
        <p:txBody>
          <a:bodyPr wrap="square" lIns="0" tIns="0" rIns="0" bIns="0" rtlCol="0"/>
          <a:lstStyle/>
          <a:p>
            <a:endParaRPr/>
          </a:p>
        </p:txBody>
      </p:sp>
      <p:sp>
        <p:nvSpPr>
          <p:cNvPr id="2" name="Holder 2"/>
          <p:cNvSpPr>
            <a:spLocks noGrp="1"/>
          </p:cNvSpPr>
          <p:nvPr>
            <p:ph type="ctrTitle"/>
          </p:nvPr>
        </p:nvSpPr>
        <p:spPr>
          <a:xfrm>
            <a:off x="1172362" y="607009"/>
            <a:ext cx="431800" cy="1489075"/>
          </a:xfrm>
          <a:prstGeom prst="rect">
            <a:avLst/>
          </a:prstGeom>
        </p:spPr>
        <p:txBody>
          <a:bodyPr wrap="square" lIns="0" tIns="0" rIns="0" bIns="0">
            <a:spAutoFit/>
          </a:bodyPr>
          <a:lstStyle>
            <a:lvl1pPr>
              <a:defRPr sz="3600" b="0" i="0">
                <a:solidFill>
                  <a:srgbClr val="EBEBEB"/>
                </a:solidFill>
                <a:latin typeface="Verdana"/>
                <a:cs typeface="Verdan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E23C6E"/>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1999" cy="6857997"/>
          </a:xfrm>
          <a:prstGeom prst="rect">
            <a:avLst/>
          </a:prstGeom>
        </p:spPr>
      </p:pic>
      <p:sp>
        <p:nvSpPr>
          <p:cNvPr id="2" name="Holder 2"/>
          <p:cNvSpPr>
            <a:spLocks noGrp="1"/>
          </p:cNvSpPr>
          <p:nvPr>
            <p:ph type="title"/>
          </p:nvPr>
        </p:nvSpPr>
        <p:spPr/>
        <p:txBody>
          <a:bodyPr lIns="0" tIns="0" rIns="0" bIns="0"/>
          <a:lstStyle>
            <a:lvl1pPr>
              <a:defRPr sz="3600" b="0" i="0">
                <a:solidFill>
                  <a:srgbClr val="EBEBEB"/>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400" b="0" i="0">
                <a:solidFill>
                  <a:srgbClr val="E23C6E"/>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EBEBEB"/>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EBEBEB"/>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7/6/2024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1999" cy="6857997"/>
          </a:xfrm>
          <a:prstGeom prst="rect">
            <a:avLst/>
          </a:prstGeom>
        </p:spPr>
      </p:pic>
      <p:sp>
        <p:nvSpPr>
          <p:cNvPr id="17" name="bg object 17"/>
          <p:cNvSpPr/>
          <p:nvPr/>
        </p:nvSpPr>
        <p:spPr>
          <a:xfrm>
            <a:off x="0" y="1269"/>
            <a:ext cx="12192000" cy="6856730"/>
          </a:xfrm>
          <a:custGeom>
            <a:avLst/>
            <a:gdLst/>
            <a:ahLst/>
            <a:cxnLst/>
            <a:rect l="l" t="t" r="r" b="b"/>
            <a:pathLst>
              <a:path w="12192000" h="6856730">
                <a:moveTo>
                  <a:pt x="12192000" y="0"/>
                </a:moveTo>
                <a:lnTo>
                  <a:pt x="0" y="0"/>
                </a:lnTo>
                <a:lnTo>
                  <a:pt x="0" y="469900"/>
                </a:lnTo>
                <a:lnTo>
                  <a:pt x="0" y="6380480"/>
                </a:lnTo>
                <a:lnTo>
                  <a:pt x="0" y="6856730"/>
                </a:lnTo>
                <a:lnTo>
                  <a:pt x="12192000" y="6856730"/>
                </a:lnTo>
                <a:lnTo>
                  <a:pt x="12192000" y="6380480"/>
                </a:lnTo>
                <a:lnTo>
                  <a:pt x="12192000" y="470154"/>
                </a:lnTo>
                <a:lnTo>
                  <a:pt x="11709273" y="470154"/>
                </a:lnTo>
                <a:lnTo>
                  <a:pt x="11709273" y="6380480"/>
                </a:lnTo>
                <a:lnTo>
                  <a:pt x="476377" y="6380480"/>
                </a:lnTo>
                <a:lnTo>
                  <a:pt x="476377" y="469900"/>
                </a:lnTo>
                <a:lnTo>
                  <a:pt x="12192000" y="469900"/>
                </a:lnTo>
                <a:lnTo>
                  <a:pt x="12192000" y="0"/>
                </a:lnTo>
                <a:close/>
              </a:path>
            </a:pathLst>
          </a:custGeom>
          <a:solidFill>
            <a:srgbClr val="FFFFFF"/>
          </a:solidFill>
        </p:spPr>
        <p:txBody>
          <a:bodyPr wrap="square" lIns="0" tIns="0" rIns="0" bIns="0" rtlCol="0"/>
          <a:lstStyle/>
          <a:p>
            <a:endParaRPr/>
          </a:p>
        </p:txBody>
      </p:sp>
      <p:pic>
        <p:nvPicPr>
          <p:cNvPr id="18" name="bg object 18"/>
          <p:cNvPicPr/>
          <p:nvPr/>
        </p:nvPicPr>
        <p:blipFill>
          <a:blip r:embed="rId8" cstate="print"/>
          <a:stretch>
            <a:fillRect/>
          </a:stretch>
        </p:blipFill>
        <p:spPr>
          <a:xfrm>
            <a:off x="10398252" y="0"/>
            <a:ext cx="760488" cy="1203960"/>
          </a:xfrm>
          <a:prstGeom prst="rect">
            <a:avLst/>
          </a:prstGeom>
        </p:spPr>
      </p:pic>
      <p:sp>
        <p:nvSpPr>
          <p:cNvPr id="19" name="bg object 19"/>
          <p:cNvSpPr/>
          <p:nvPr/>
        </p:nvSpPr>
        <p:spPr>
          <a:xfrm>
            <a:off x="10437876" y="0"/>
            <a:ext cx="685800" cy="1143000"/>
          </a:xfrm>
          <a:custGeom>
            <a:avLst/>
            <a:gdLst/>
            <a:ahLst/>
            <a:cxnLst/>
            <a:rect l="l" t="t" r="r" b="b"/>
            <a:pathLst>
              <a:path w="685800" h="1143000">
                <a:moveTo>
                  <a:pt x="685800" y="0"/>
                </a:moveTo>
                <a:lnTo>
                  <a:pt x="0" y="0"/>
                </a:lnTo>
                <a:lnTo>
                  <a:pt x="0" y="1143000"/>
                </a:lnTo>
                <a:lnTo>
                  <a:pt x="685800" y="1143000"/>
                </a:lnTo>
                <a:lnTo>
                  <a:pt x="685800" y="0"/>
                </a:lnTo>
                <a:close/>
              </a:path>
            </a:pathLst>
          </a:custGeom>
          <a:solidFill>
            <a:srgbClr val="B31166"/>
          </a:solidFill>
        </p:spPr>
        <p:txBody>
          <a:bodyPr wrap="square" lIns="0" tIns="0" rIns="0" bIns="0" rtlCol="0"/>
          <a:lstStyle/>
          <a:p>
            <a:endParaRPr/>
          </a:p>
        </p:txBody>
      </p:sp>
      <p:sp>
        <p:nvSpPr>
          <p:cNvPr id="2" name="Holder 2"/>
          <p:cNvSpPr>
            <a:spLocks noGrp="1"/>
          </p:cNvSpPr>
          <p:nvPr>
            <p:ph type="title"/>
          </p:nvPr>
        </p:nvSpPr>
        <p:spPr>
          <a:xfrm>
            <a:off x="1233932" y="1029715"/>
            <a:ext cx="5169535" cy="574040"/>
          </a:xfrm>
          <a:prstGeom prst="rect">
            <a:avLst/>
          </a:prstGeom>
        </p:spPr>
        <p:txBody>
          <a:bodyPr wrap="square" lIns="0" tIns="0" rIns="0" bIns="0">
            <a:spAutoFit/>
          </a:bodyPr>
          <a:lstStyle>
            <a:lvl1pPr>
              <a:defRPr sz="3600" b="0" i="0">
                <a:solidFill>
                  <a:srgbClr val="EBEBEB"/>
                </a:solidFill>
                <a:latin typeface="Verdana"/>
                <a:cs typeface="Verdana"/>
              </a:defRPr>
            </a:lvl1pPr>
          </a:lstStyle>
          <a:p>
            <a:endParaRPr/>
          </a:p>
        </p:txBody>
      </p:sp>
      <p:sp>
        <p:nvSpPr>
          <p:cNvPr id="3" name="Holder 3"/>
          <p:cNvSpPr>
            <a:spLocks noGrp="1"/>
          </p:cNvSpPr>
          <p:nvPr>
            <p:ph type="body" idx="1"/>
          </p:nvPr>
        </p:nvSpPr>
        <p:spPr>
          <a:xfrm>
            <a:off x="1431797" y="3361766"/>
            <a:ext cx="8434705" cy="2221229"/>
          </a:xfrm>
          <a:prstGeom prst="rect">
            <a:avLst/>
          </a:prstGeom>
        </p:spPr>
        <p:txBody>
          <a:bodyPr wrap="square" lIns="0" tIns="0" rIns="0" bIns="0">
            <a:spAutoFit/>
          </a:bodyPr>
          <a:lstStyle>
            <a:lvl1pPr>
              <a:defRPr sz="2400" b="0" i="0">
                <a:solidFill>
                  <a:srgbClr val="E23C6E"/>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7/6/2024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1269"/>
              <a:ext cx="12192000" cy="6856730"/>
            </a:xfrm>
            <a:custGeom>
              <a:avLst/>
              <a:gdLst/>
              <a:ahLst/>
              <a:cxnLst/>
              <a:rect l="l" t="t" r="r" b="b"/>
              <a:pathLst>
                <a:path w="12192000" h="6856730">
                  <a:moveTo>
                    <a:pt x="12192000" y="0"/>
                  </a:moveTo>
                  <a:lnTo>
                    <a:pt x="0" y="0"/>
                  </a:lnTo>
                  <a:lnTo>
                    <a:pt x="0" y="469900"/>
                  </a:lnTo>
                  <a:lnTo>
                    <a:pt x="0" y="6380480"/>
                  </a:lnTo>
                  <a:lnTo>
                    <a:pt x="0" y="6856730"/>
                  </a:lnTo>
                  <a:lnTo>
                    <a:pt x="12192000" y="6856730"/>
                  </a:lnTo>
                  <a:lnTo>
                    <a:pt x="12192000" y="6380480"/>
                  </a:lnTo>
                  <a:lnTo>
                    <a:pt x="12192000" y="470154"/>
                  </a:lnTo>
                  <a:lnTo>
                    <a:pt x="11709273" y="470154"/>
                  </a:lnTo>
                  <a:lnTo>
                    <a:pt x="11709273" y="6380480"/>
                  </a:lnTo>
                  <a:lnTo>
                    <a:pt x="476377" y="6380480"/>
                  </a:lnTo>
                  <a:lnTo>
                    <a:pt x="476377" y="469900"/>
                  </a:lnTo>
                  <a:lnTo>
                    <a:pt x="12192000" y="469900"/>
                  </a:lnTo>
                  <a:lnTo>
                    <a:pt x="12192000" y="0"/>
                  </a:lnTo>
                  <a:close/>
                </a:path>
              </a:pathLst>
            </a:custGeom>
            <a:solidFill>
              <a:srgbClr val="FFFFFF"/>
            </a:solidFill>
          </p:spPr>
          <p:txBody>
            <a:bodyPr wrap="square" lIns="0" tIns="0" rIns="0" bIns="0" rtlCol="0"/>
            <a:lstStyle/>
            <a:p>
              <a:endParaRPr/>
            </a:p>
          </p:txBody>
        </p:sp>
        <p:pic>
          <p:nvPicPr>
            <p:cNvPr id="4" name="object 4"/>
            <p:cNvPicPr/>
            <p:nvPr/>
          </p:nvPicPr>
          <p:blipFill>
            <a:blip r:embed="rId2" cstate="print"/>
            <a:stretch>
              <a:fillRect/>
            </a:stretch>
          </p:blipFill>
          <p:spPr>
            <a:xfrm>
              <a:off x="10398252" y="0"/>
              <a:ext cx="760488" cy="1203960"/>
            </a:xfrm>
            <a:prstGeom prst="rect">
              <a:avLst/>
            </a:prstGeom>
          </p:spPr>
        </p:pic>
        <p:sp>
          <p:nvSpPr>
            <p:cNvPr id="5" name="object 5"/>
            <p:cNvSpPr/>
            <p:nvPr/>
          </p:nvSpPr>
          <p:spPr>
            <a:xfrm>
              <a:off x="10437876" y="0"/>
              <a:ext cx="685800" cy="1143000"/>
            </a:xfrm>
            <a:custGeom>
              <a:avLst/>
              <a:gdLst/>
              <a:ahLst/>
              <a:cxnLst/>
              <a:rect l="l" t="t" r="r" b="b"/>
              <a:pathLst>
                <a:path w="685800" h="1143000">
                  <a:moveTo>
                    <a:pt x="685800" y="0"/>
                  </a:moveTo>
                  <a:lnTo>
                    <a:pt x="0" y="0"/>
                  </a:lnTo>
                  <a:lnTo>
                    <a:pt x="0" y="1143000"/>
                  </a:lnTo>
                  <a:lnTo>
                    <a:pt x="685800" y="1143000"/>
                  </a:lnTo>
                  <a:lnTo>
                    <a:pt x="685800" y="0"/>
                  </a:lnTo>
                  <a:close/>
                </a:path>
              </a:pathLst>
            </a:custGeom>
            <a:solidFill>
              <a:srgbClr val="B31166"/>
            </a:solidFill>
          </p:spPr>
          <p:txBody>
            <a:bodyPr wrap="square" lIns="0" tIns="0" rIns="0" bIns="0" rtlCol="0"/>
            <a:lstStyle/>
            <a:p>
              <a:endParaRPr/>
            </a:p>
          </p:txBody>
        </p:sp>
        <p:pic>
          <p:nvPicPr>
            <p:cNvPr id="6" name="object 6"/>
            <p:cNvPicPr/>
            <p:nvPr/>
          </p:nvPicPr>
          <p:blipFill>
            <a:blip r:embed="rId3" cstate="print"/>
            <a:stretch>
              <a:fillRect/>
            </a:stretch>
          </p:blipFill>
          <p:spPr>
            <a:xfrm>
              <a:off x="4922520" y="673608"/>
              <a:ext cx="1173479" cy="1434084"/>
            </a:xfrm>
            <a:prstGeom prst="rect">
              <a:avLst/>
            </a:prstGeom>
          </p:spPr>
        </p:pic>
      </p:grpSp>
      <p:sp>
        <p:nvSpPr>
          <p:cNvPr id="7" name="object 7"/>
          <p:cNvSpPr txBox="1">
            <a:spLocks noGrp="1"/>
          </p:cNvSpPr>
          <p:nvPr>
            <p:ph type="title"/>
          </p:nvPr>
        </p:nvSpPr>
        <p:spPr>
          <a:xfrm>
            <a:off x="1893570" y="2242185"/>
            <a:ext cx="8404860" cy="513715"/>
          </a:xfrm>
          <a:prstGeom prst="rect">
            <a:avLst/>
          </a:prstGeom>
        </p:spPr>
        <p:txBody>
          <a:bodyPr vert="horz" wrap="square" lIns="0" tIns="13335" rIns="0" bIns="0" rtlCol="0">
            <a:spAutoFit/>
          </a:bodyPr>
          <a:lstStyle/>
          <a:p>
            <a:pPr marL="12700">
              <a:lnSpc>
                <a:spcPct val="100000"/>
              </a:lnSpc>
              <a:spcBef>
                <a:spcPts val="105"/>
              </a:spcBef>
            </a:pPr>
            <a:r>
              <a:rPr sz="3200" spc="-25" dirty="0"/>
              <a:t>National</a:t>
            </a:r>
            <a:r>
              <a:rPr sz="3200" spc="-200" dirty="0"/>
              <a:t> </a:t>
            </a:r>
            <a:r>
              <a:rPr sz="3200" spc="-215" dirty="0"/>
              <a:t>Institute</a:t>
            </a:r>
            <a:r>
              <a:rPr sz="3200" spc="-195" dirty="0"/>
              <a:t> </a:t>
            </a:r>
            <a:r>
              <a:rPr sz="3200" dirty="0"/>
              <a:t>of</a:t>
            </a:r>
            <a:r>
              <a:rPr sz="3200" spc="-195" dirty="0"/>
              <a:t> </a:t>
            </a:r>
            <a:r>
              <a:rPr sz="3200" spc="-50" dirty="0"/>
              <a:t>Technology,</a:t>
            </a:r>
            <a:r>
              <a:rPr sz="3200" spc="-245" dirty="0"/>
              <a:t> </a:t>
            </a:r>
            <a:r>
              <a:rPr sz="3200" spc="-10" dirty="0"/>
              <a:t>Warangal</a:t>
            </a:r>
            <a:endParaRPr sz="3200"/>
          </a:p>
        </p:txBody>
      </p:sp>
      <p:sp>
        <p:nvSpPr>
          <p:cNvPr id="8" name="object 8"/>
          <p:cNvSpPr txBox="1"/>
          <p:nvPr/>
        </p:nvSpPr>
        <p:spPr>
          <a:xfrm>
            <a:off x="4800600" y="5484672"/>
            <a:ext cx="6019673" cy="382156"/>
          </a:xfrm>
          <a:prstGeom prst="rect">
            <a:avLst/>
          </a:prstGeom>
        </p:spPr>
        <p:txBody>
          <a:bodyPr vert="horz" wrap="square" lIns="0" tIns="12700" rIns="0" bIns="0" rtlCol="0">
            <a:spAutoFit/>
          </a:bodyPr>
          <a:lstStyle/>
          <a:p>
            <a:pPr marL="12700">
              <a:lnSpc>
                <a:spcPct val="100000"/>
              </a:lnSpc>
              <a:spcBef>
                <a:spcPts val="100"/>
              </a:spcBef>
            </a:pPr>
            <a:r>
              <a:rPr sz="2400" spc="-204" dirty="0">
                <a:solidFill>
                  <a:srgbClr val="FFFF00"/>
                </a:solidFill>
                <a:latin typeface="Verdana"/>
                <a:cs typeface="Verdana"/>
              </a:rPr>
              <a:t>M</a:t>
            </a:r>
            <a:r>
              <a:rPr lang="en-US" sz="2400" spc="-204" dirty="0">
                <a:solidFill>
                  <a:srgbClr val="FFFF00"/>
                </a:solidFill>
                <a:latin typeface="Verdana"/>
                <a:cs typeface="Verdana"/>
              </a:rPr>
              <a:t> PRAVEEN KUMAR</a:t>
            </a:r>
            <a:r>
              <a:rPr sz="2400" spc="-145" dirty="0">
                <a:solidFill>
                  <a:srgbClr val="FFFF00"/>
                </a:solidFill>
                <a:latin typeface="Verdana"/>
                <a:cs typeface="Verdana"/>
              </a:rPr>
              <a:t> </a:t>
            </a:r>
            <a:r>
              <a:rPr sz="2400" spc="-340" dirty="0">
                <a:solidFill>
                  <a:srgbClr val="FFFF00"/>
                </a:solidFill>
                <a:latin typeface="Verdana"/>
                <a:cs typeface="Verdana"/>
              </a:rPr>
              <a:t>–</a:t>
            </a:r>
            <a:r>
              <a:rPr sz="2400" spc="-160" dirty="0">
                <a:solidFill>
                  <a:srgbClr val="FFFF00"/>
                </a:solidFill>
                <a:latin typeface="Verdana"/>
                <a:cs typeface="Verdana"/>
              </a:rPr>
              <a:t> </a:t>
            </a:r>
            <a:r>
              <a:rPr lang="en-US" sz="2400" spc="-175" dirty="0">
                <a:solidFill>
                  <a:srgbClr val="FFFF00"/>
                </a:solidFill>
                <a:latin typeface="Verdana"/>
                <a:cs typeface="Verdana"/>
              </a:rPr>
              <a:t>21ECB0B31</a:t>
            </a:r>
            <a:endParaRPr sz="2400" dirty="0">
              <a:latin typeface="Verdana"/>
              <a:cs typeface="Verdana"/>
            </a:endParaRPr>
          </a:p>
        </p:txBody>
      </p:sp>
      <p:sp>
        <p:nvSpPr>
          <p:cNvPr id="9" name="object 9"/>
          <p:cNvSpPr txBox="1"/>
          <p:nvPr/>
        </p:nvSpPr>
        <p:spPr>
          <a:xfrm>
            <a:off x="1960626" y="3761994"/>
            <a:ext cx="8272780" cy="696595"/>
          </a:xfrm>
          <a:prstGeom prst="rect">
            <a:avLst/>
          </a:prstGeom>
        </p:spPr>
        <p:txBody>
          <a:bodyPr vert="horz" wrap="square" lIns="0" tIns="12700" rIns="0" bIns="0" rtlCol="0">
            <a:spAutoFit/>
          </a:bodyPr>
          <a:lstStyle/>
          <a:p>
            <a:pPr marL="12700">
              <a:lnSpc>
                <a:spcPct val="100000"/>
              </a:lnSpc>
              <a:spcBef>
                <a:spcPts val="100"/>
              </a:spcBef>
            </a:pPr>
            <a:r>
              <a:rPr sz="4400" b="1" i="1" spc="-320" dirty="0">
                <a:solidFill>
                  <a:srgbClr val="F6D3AF"/>
                </a:solidFill>
                <a:latin typeface="Verdana"/>
                <a:cs typeface="Verdana"/>
              </a:rPr>
              <a:t>ZOO</a:t>
            </a:r>
            <a:r>
              <a:rPr sz="4400" b="1" i="1" spc="-254" dirty="0">
                <a:solidFill>
                  <a:srgbClr val="F6D3AF"/>
                </a:solidFill>
                <a:latin typeface="Verdana"/>
                <a:cs typeface="Verdana"/>
              </a:rPr>
              <a:t> </a:t>
            </a:r>
            <a:r>
              <a:rPr sz="4400" b="1" i="1" spc="-445" dirty="0">
                <a:solidFill>
                  <a:srgbClr val="F6D3AF"/>
                </a:solidFill>
                <a:latin typeface="Verdana"/>
                <a:cs typeface="Verdana"/>
              </a:rPr>
              <a:t>MANAGEMENT</a:t>
            </a:r>
            <a:r>
              <a:rPr sz="4400" b="1" i="1" spc="-254" dirty="0">
                <a:solidFill>
                  <a:srgbClr val="F6D3AF"/>
                </a:solidFill>
                <a:latin typeface="Verdana"/>
                <a:cs typeface="Verdana"/>
              </a:rPr>
              <a:t> </a:t>
            </a:r>
            <a:r>
              <a:rPr sz="4400" b="1" i="1" spc="-610" dirty="0">
                <a:solidFill>
                  <a:srgbClr val="F6D3AF"/>
                </a:solidFill>
                <a:latin typeface="Verdana"/>
                <a:cs typeface="Verdana"/>
              </a:rPr>
              <a:t>DATABASE</a:t>
            </a:r>
            <a:endParaRPr sz="4400">
              <a:latin typeface="Verdana"/>
              <a:cs typeface="Verdana"/>
            </a:endParaRPr>
          </a:p>
        </p:txBody>
      </p:sp>
      <p:sp>
        <p:nvSpPr>
          <p:cNvPr id="10" name="object 10"/>
          <p:cNvSpPr txBox="1"/>
          <p:nvPr/>
        </p:nvSpPr>
        <p:spPr>
          <a:xfrm>
            <a:off x="2391917" y="3060319"/>
            <a:ext cx="7407275" cy="330835"/>
          </a:xfrm>
          <a:prstGeom prst="rect">
            <a:avLst/>
          </a:prstGeom>
        </p:spPr>
        <p:txBody>
          <a:bodyPr vert="horz" wrap="square" lIns="0" tIns="13335" rIns="0" bIns="0" rtlCol="0">
            <a:spAutoFit/>
          </a:bodyPr>
          <a:lstStyle/>
          <a:p>
            <a:pPr marL="12700">
              <a:lnSpc>
                <a:spcPct val="100000"/>
              </a:lnSpc>
              <a:spcBef>
                <a:spcPts val="105"/>
              </a:spcBef>
            </a:pPr>
            <a:r>
              <a:rPr sz="2000" spc="-30" dirty="0">
                <a:solidFill>
                  <a:srgbClr val="EBEBEB"/>
                </a:solidFill>
                <a:latin typeface="Verdana"/>
                <a:cs typeface="Verdana"/>
              </a:rPr>
              <a:t>Department</a:t>
            </a:r>
            <a:r>
              <a:rPr sz="2000" spc="-150" dirty="0">
                <a:solidFill>
                  <a:srgbClr val="EBEBEB"/>
                </a:solidFill>
                <a:latin typeface="Verdana"/>
                <a:cs typeface="Verdana"/>
              </a:rPr>
              <a:t> </a:t>
            </a:r>
            <a:r>
              <a:rPr sz="2000" dirty="0">
                <a:solidFill>
                  <a:srgbClr val="EBEBEB"/>
                </a:solidFill>
                <a:latin typeface="Verdana"/>
                <a:cs typeface="Verdana"/>
              </a:rPr>
              <a:t>of</a:t>
            </a:r>
            <a:r>
              <a:rPr sz="2000" spc="-95" dirty="0">
                <a:solidFill>
                  <a:srgbClr val="EBEBEB"/>
                </a:solidFill>
                <a:latin typeface="Verdana"/>
                <a:cs typeface="Verdana"/>
              </a:rPr>
              <a:t> </a:t>
            </a:r>
            <a:r>
              <a:rPr sz="2000" spc="-50" dirty="0">
                <a:solidFill>
                  <a:srgbClr val="EBEBEB"/>
                </a:solidFill>
                <a:latin typeface="Verdana"/>
                <a:cs typeface="Verdana"/>
              </a:rPr>
              <a:t>Electronics</a:t>
            </a:r>
            <a:r>
              <a:rPr sz="2000" spc="-135" dirty="0">
                <a:solidFill>
                  <a:srgbClr val="EBEBEB"/>
                </a:solidFill>
                <a:latin typeface="Verdana"/>
                <a:cs typeface="Verdana"/>
              </a:rPr>
              <a:t> </a:t>
            </a:r>
            <a:r>
              <a:rPr sz="2000" spc="70" dirty="0">
                <a:solidFill>
                  <a:srgbClr val="EBEBEB"/>
                </a:solidFill>
                <a:latin typeface="Verdana"/>
                <a:cs typeface="Verdana"/>
              </a:rPr>
              <a:t>and</a:t>
            </a:r>
            <a:r>
              <a:rPr sz="2000" spc="-105" dirty="0">
                <a:solidFill>
                  <a:srgbClr val="EBEBEB"/>
                </a:solidFill>
                <a:latin typeface="Verdana"/>
                <a:cs typeface="Verdana"/>
              </a:rPr>
              <a:t> </a:t>
            </a:r>
            <a:r>
              <a:rPr sz="2000" dirty="0">
                <a:solidFill>
                  <a:srgbClr val="EBEBEB"/>
                </a:solidFill>
                <a:latin typeface="Verdana"/>
                <a:cs typeface="Verdana"/>
              </a:rPr>
              <a:t>Communication</a:t>
            </a:r>
            <a:r>
              <a:rPr sz="2000" spc="-125" dirty="0">
                <a:solidFill>
                  <a:srgbClr val="EBEBEB"/>
                </a:solidFill>
                <a:latin typeface="Verdana"/>
                <a:cs typeface="Verdana"/>
              </a:rPr>
              <a:t> </a:t>
            </a:r>
            <a:r>
              <a:rPr sz="2000" spc="-10" dirty="0">
                <a:solidFill>
                  <a:srgbClr val="EBEBEB"/>
                </a:solidFill>
                <a:latin typeface="Verdana"/>
                <a:cs typeface="Verdana"/>
              </a:rPr>
              <a:t>Engineering</a:t>
            </a:r>
            <a:endParaRPr sz="2000">
              <a:latin typeface="Verdana"/>
              <a:cs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2667000"/>
            <a:ext cx="4191000" cy="4191000"/>
          </a:xfrm>
          <a:prstGeom prst="rect">
            <a:avLst/>
          </a:prstGeom>
        </p:spPr>
      </p:pic>
      <p:pic>
        <p:nvPicPr>
          <p:cNvPr id="3" name="object 3"/>
          <p:cNvPicPr/>
          <p:nvPr/>
        </p:nvPicPr>
        <p:blipFill>
          <a:blip r:embed="rId4" cstate="print"/>
          <a:stretch>
            <a:fillRect/>
          </a:stretch>
        </p:blipFill>
        <p:spPr>
          <a:xfrm>
            <a:off x="8609076" y="5867400"/>
            <a:ext cx="990600" cy="990600"/>
          </a:xfrm>
          <a:prstGeom prst="rect">
            <a:avLst/>
          </a:prstGeom>
        </p:spPr>
      </p:pic>
      <p:pic>
        <p:nvPicPr>
          <p:cNvPr id="4" name="object 4"/>
          <p:cNvPicPr/>
          <p:nvPr/>
        </p:nvPicPr>
        <p:blipFill>
          <a:blip r:embed="rId5" cstate="print"/>
          <a:stretch>
            <a:fillRect/>
          </a:stretch>
        </p:blipFill>
        <p:spPr>
          <a:xfrm>
            <a:off x="8609076" y="1676400"/>
            <a:ext cx="2819400" cy="2819400"/>
          </a:xfrm>
          <a:prstGeom prst="rect">
            <a:avLst/>
          </a:prstGeom>
        </p:spPr>
      </p:pic>
      <p:grpSp>
        <p:nvGrpSpPr>
          <p:cNvPr id="5" name="object 5"/>
          <p:cNvGrpSpPr/>
          <p:nvPr/>
        </p:nvGrpSpPr>
        <p:grpSpPr>
          <a:xfrm>
            <a:off x="0" y="0"/>
            <a:ext cx="12192000" cy="6858000"/>
            <a:chOff x="0" y="0"/>
            <a:chExt cx="12192000" cy="6858000"/>
          </a:xfrm>
        </p:grpSpPr>
        <p:pic>
          <p:nvPicPr>
            <p:cNvPr id="6" name="object 6"/>
            <p:cNvPicPr/>
            <p:nvPr/>
          </p:nvPicPr>
          <p:blipFill>
            <a:blip r:embed="rId6" cstate="print"/>
            <a:stretch>
              <a:fillRect/>
            </a:stretch>
          </p:blipFill>
          <p:spPr>
            <a:xfrm>
              <a:off x="7999476" y="9144"/>
              <a:ext cx="1600200" cy="1600200"/>
            </a:xfrm>
            <a:prstGeom prst="rect">
              <a:avLst/>
            </a:prstGeom>
          </p:spPr>
        </p:pic>
        <p:sp>
          <p:nvSpPr>
            <p:cNvPr id="7" name="object 7"/>
            <p:cNvSpPr/>
            <p:nvPr/>
          </p:nvSpPr>
          <p:spPr>
            <a:xfrm>
              <a:off x="8502142" y="1519047"/>
              <a:ext cx="3288029" cy="768350"/>
            </a:xfrm>
            <a:custGeom>
              <a:avLst/>
              <a:gdLst/>
              <a:ahLst/>
              <a:cxnLst/>
              <a:rect l="l" t="t" r="r" b="b"/>
              <a:pathLst>
                <a:path w="3288029" h="768350">
                  <a:moveTo>
                    <a:pt x="3226307" y="0"/>
                  </a:moveTo>
                  <a:lnTo>
                    <a:pt x="2909951" y="104775"/>
                  </a:lnTo>
                  <a:lnTo>
                    <a:pt x="2591054" y="200660"/>
                  </a:lnTo>
                  <a:lnTo>
                    <a:pt x="2485643" y="229997"/>
                  </a:lnTo>
                  <a:lnTo>
                    <a:pt x="2271522" y="287274"/>
                  </a:lnTo>
                  <a:lnTo>
                    <a:pt x="2059812" y="340487"/>
                  </a:lnTo>
                  <a:lnTo>
                    <a:pt x="1954656" y="365760"/>
                  </a:lnTo>
                  <a:lnTo>
                    <a:pt x="1639697" y="436244"/>
                  </a:lnTo>
                  <a:lnTo>
                    <a:pt x="1330071" y="498855"/>
                  </a:lnTo>
                  <a:lnTo>
                    <a:pt x="1127378" y="536828"/>
                  </a:lnTo>
                  <a:lnTo>
                    <a:pt x="829309" y="588517"/>
                  </a:lnTo>
                  <a:lnTo>
                    <a:pt x="447928" y="646811"/>
                  </a:lnTo>
                  <a:lnTo>
                    <a:pt x="174751" y="683894"/>
                  </a:lnTo>
                  <a:lnTo>
                    <a:pt x="0" y="705103"/>
                  </a:lnTo>
                  <a:lnTo>
                    <a:pt x="9701" y="720494"/>
                  </a:lnTo>
                  <a:lnTo>
                    <a:pt x="29342" y="751181"/>
                  </a:lnTo>
                  <a:lnTo>
                    <a:pt x="39115" y="766572"/>
                  </a:lnTo>
                  <a:lnTo>
                    <a:pt x="66166" y="767349"/>
                  </a:lnTo>
                  <a:lnTo>
                    <a:pt x="95131" y="767793"/>
                  </a:lnTo>
                  <a:lnTo>
                    <a:pt x="125954" y="767911"/>
                  </a:lnTo>
                  <a:lnTo>
                    <a:pt x="192949" y="767195"/>
                  </a:lnTo>
                  <a:lnTo>
                    <a:pt x="305973" y="763849"/>
                  </a:lnTo>
                  <a:lnTo>
                    <a:pt x="477701" y="755441"/>
                  </a:lnTo>
                  <a:lnTo>
                    <a:pt x="773052" y="735284"/>
                  </a:lnTo>
                  <a:lnTo>
                    <a:pt x="1336019" y="685315"/>
                  </a:lnTo>
                  <a:lnTo>
                    <a:pt x="2059023" y="606988"/>
                  </a:lnTo>
                  <a:lnTo>
                    <a:pt x="2689041" y="527362"/>
                  </a:lnTo>
                  <a:lnTo>
                    <a:pt x="3038251" y="477217"/>
                  </a:lnTo>
                  <a:lnTo>
                    <a:pt x="3250138" y="443265"/>
                  </a:lnTo>
                  <a:lnTo>
                    <a:pt x="3288029" y="436752"/>
                  </a:lnTo>
                  <a:lnTo>
                    <a:pt x="3280235" y="379771"/>
                  </a:lnTo>
                  <a:lnTo>
                    <a:pt x="3273959" y="334487"/>
                  </a:lnTo>
                  <a:lnTo>
                    <a:pt x="3264862" y="270500"/>
                  </a:lnTo>
                  <a:lnTo>
                    <a:pt x="3252759" y="189298"/>
                  </a:lnTo>
                  <a:lnTo>
                    <a:pt x="3249394" y="166333"/>
                  </a:lnTo>
                  <a:lnTo>
                    <a:pt x="3245343" y="138048"/>
                  </a:lnTo>
                  <a:lnTo>
                    <a:pt x="3240328" y="102315"/>
                  </a:lnTo>
                  <a:lnTo>
                    <a:pt x="3234075" y="57008"/>
                  </a:lnTo>
                  <a:lnTo>
                    <a:pt x="3226307" y="0"/>
                  </a:lnTo>
                  <a:close/>
                </a:path>
              </a:pathLst>
            </a:custGeom>
            <a:solidFill>
              <a:srgbClr val="FFFFFF">
                <a:alpha val="19999"/>
              </a:srgbClr>
            </a:solidFill>
          </p:spPr>
          <p:txBody>
            <a:bodyPr wrap="square" lIns="0" tIns="0" rIns="0" bIns="0" rtlCol="0"/>
            <a:lstStyle/>
            <a:p>
              <a:endParaRPr/>
            </a:p>
          </p:txBody>
        </p:sp>
        <p:sp>
          <p:nvSpPr>
            <p:cNvPr id="8" name="object 8"/>
            <p:cNvSpPr/>
            <p:nvPr/>
          </p:nvSpPr>
          <p:spPr>
            <a:xfrm>
              <a:off x="0" y="1269"/>
              <a:ext cx="12192000" cy="6856730"/>
            </a:xfrm>
            <a:custGeom>
              <a:avLst/>
              <a:gdLst/>
              <a:ahLst/>
              <a:cxnLst/>
              <a:rect l="l" t="t" r="r" b="b"/>
              <a:pathLst>
                <a:path w="12192000" h="6856730">
                  <a:moveTo>
                    <a:pt x="12192000" y="0"/>
                  </a:moveTo>
                  <a:lnTo>
                    <a:pt x="0" y="0"/>
                  </a:lnTo>
                  <a:lnTo>
                    <a:pt x="0" y="469900"/>
                  </a:lnTo>
                  <a:lnTo>
                    <a:pt x="0" y="6380480"/>
                  </a:lnTo>
                  <a:lnTo>
                    <a:pt x="0" y="6856730"/>
                  </a:lnTo>
                  <a:lnTo>
                    <a:pt x="12192000" y="6856730"/>
                  </a:lnTo>
                  <a:lnTo>
                    <a:pt x="12192000" y="6380480"/>
                  </a:lnTo>
                  <a:lnTo>
                    <a:pt x="12192000" y="470154"/>
                  </a:lnTo>
                  <a:lnTo>
                    <a:pt x="11709273" y="470154"/>
                  </a:lnTo>
                  <a:lnTo>
                    <a:pt x="11709273" y="1871421"/>
                  </a:lnTo>
                  <a:lnTo>
                    <a:pt x="10971022" y="1981454"/>
                  </a:lnTo>
                  <a:lnTo>
                    <a:pt x="10201148" y="2075180"/>
                  </a:lnTo>
                  <a:lnTo>
                    <a:pt x="9947148" y="2100580"/>
                  </a:lnTo>
                  <a:lnTo>
                    <a:pt x="9434322" y="2146554"/>
                  </a:lnTo>
                  <a:lnTo>
                    <a:pt x="8927973" y="2184654"/>
                  </a:lnTo>
                  <a:lnTo>
                    <a:pt x="8675497" y="2200529"/>
                  </a:lnTo>
                  <a:lnTo>
                    <a:pt x="7926197" y="2237105"/>
                  </a:lnTo>
                  <a:lnTo>
                    <a:pt x="7191248" y="2257679"/>
                  </a:lnTo>
                  <a:lnTo>
                    <a:pt x="6473698" y="2265680"/>
                  </a:lnTo>
                  <a:lnTo>
                    <a:pt x="6006973" y="2264029"/>
                  </a:lnTo>
                  <a:lnTo>
                    <a:pt x="5108448" y="2246630"/>
                  </a:lnTo>
                  <a:lnTo>
                    <a:pt x="4467098" y="2222754"/>
                  </a:lnTo>
                  <a:lnTo>
                    <a:pt x="3665347" y="2179955"/>
                  </a:lnTo>
                  <a:lnTo>
                    <a:pt x="2931922" y="2130679"/>
                  </a:lnTo>
                  <a:lnTo>
                    <a:pt x="2592197" y="2103755"/>
                  </a:lnTo>
                  <a:lnTo>
                    <a:pt x="1979422" y="2046605"/>
                  </a:lnTo>
                  <a:lnTo>
                    <a:pt x="1233360" y="1965579"/>
                  </a:lnTo>
                  <a:lnTo>
                    <a:pt x="863473" y="1921129"/>
                  </a:lnTo>
                  <a:lnTo>
                    <a:pt x="476377" y="1867852"/>
                  </a:lnTo>
                  <a:lnTo>
                    <a:pt x="476377" y="469900"/>
                  </a:lnTo>
                  <a:lnTo>
                    <a:pt x="12192000" y="469900"/>
                  </a:lnTo>
                  <a:lnTo>
                    <a:pt x="12192000" y="0"/>
                  </a:lnTo>
                  <a:close/>
                </a:path>
              </a:pathLst>
            </a:custGeom>
            <a:solidFill>
              <a:srgbClr val="FFFFFF"/>
            </a:solidFill>
          </p:spPr>
          <p:txBody>
            <a:bodyPr wrap="square" lIns="0" tIns="0" rIns="0" bIns="0" rtlCol="0"/>
            <a:lstStyle/>
            <a:p>
              <a:endParaRPr/>
            </a:p>
          </p:txBody>
        </p:sp>
        <p:pic>
          <p:nvPicPr>
            <p:cNvPr id="9" name="object 9"/>
            <p:cNvPicPr/>
            <p:nvPr/>
          </p:nvPicPr>
          <p:blipFill>
            <a:blip r:embed="rId7" cstate="print"/>
            <a:stretch>
              <a:fillRect/>
            </a:stretch>
          </p:blipFill>
          <p:spPr>
            <a:xfrm>
              <a:off x="10398252" y="0"/>
              <a:ext cx="760488" cy="1203960"/>
            </a:xfrm>
            <a:prstGeom prst="rect">
              <a:avLst/>
            </a:prstGeom>
          </p:spPr>
        </p:pic>
        <p:sp>
          <p:nvSpPr>
            <p:cNvPr id="10" name="object 10"/>
            <p:cNvSpPr/>
            <p:nvPr/>
          </p:nvSpPr>
          <p:spPr>
            <a:xfrm>
              <a:off x="10437876" y="0"/>
              <a:ext cx="685800" cy="1143000"/>
            </a:xfrm>
            <a:custGeom>
              <a:avLst/>
              <a:gdLst/>
              <a:ahLst/>
              <a:cxnLst/>
              <a:rect l="l" t="t" r="r" b="b"/>
              <a:pathLst>
                <a:path w="685800" h="1143000">
                  <a:moveTo>
                    <a:pt x="685800" y="0"/>
                  </a:moveTo>
                  <a:lnTo>
                    <a:pt x="0" y="0"/>
                  </a:lnTo>
                  <a:lnTo>
                    <a:pt x="0" y="1143000"/>
                  </a:lnTo>
                  <a:lnTo>
                    <a:pt x="685800" y="1143000"/>
                  </a:lnTo>
                  <a:lnTo>
                    <a:pt x="685800" y="0"/>
                  </a:lnTo>
                  <a:close/>
                </a:path>
              </a:pathLst>
            </a:custGeom>
            <a:solidFill>
              <a:srgbClr val="B31166"/>
            </a:solidFill>
          </p:spPr>
          <p:txBody>
            <a:bodyPr wrap="square" lIns="0" tIns="0" rIns="0" bIns="0" rtlCol="0"/>
            <a:lstStyle/>
            <a:p>
              <a:endParaRPr/>
            </a:p>
          </p:txBody>
        </p:sp>
      </p:grpSp>
      <p:sp>
        <p:nvSpPr>
          <p:cNvPr id="11" name="object 11"/>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65" dirty="0"/>
              <a:t>Problem</a:t>
            </a:r>
            <a:r>
              <a:rPr spc="-260" dirty="0"/>
              <a:t> </a:t>
            </a:r>
            <a:r>
              <a:rPr spc="-70" dirty="0"/>
              <a:t>Statement</a:t>
            </a:r>
          </a:p>
        </p:txBody>
      </p:sp>
      <p:sp>
        <p:nvSpPr>
          <p:cNvPr id="12" name="object 12"/>
          <p:cNvSpPr txBox="1">
            <a:spLocks noGrp="1"/>
          </p:cNvSpPr>
          <p:nvPr>
            <p:ph type="body" idx="1"/>
          </p:nvPr>
        </p:nvSpPr>
        <p:spPr>
          <a:xfrm>
            <a:off x="1233932" y="2660778"/>
            <a:ext cx="9203943" cy="2598147"/>
          </a:xfrm>
          <a:prstGeom prst="rect">
            <a:avLst/>
          </a:prstGeom>
        </p:spPr>
        <p:txBody>
          <a:bodyPr vert="horz" wrap="square" lIns="0" tIns="12700" rIns="0" bIns="0" rtlCol="0">
            <a:spAutoFit/>
          </a:bodyPr>
          <a:lstStyle/>
          <a:p>
            <a:pPr marL="355600" marR="5080" indent="-342900">
              <a:lnSpc>
                <a:spcPct val="100000"/>
              </a:lnSpc>
              <a:spcBef>
                <a:spcPts val="100"/>
              </a:spcBef>
              <a:tabLst>
                <a:tab pos="354965" algn="l"/>
                <a:tab pos="8007350" algn="l"/>
              </a:tabLst>
            </a:pPr>
            <a:r>
              <a:rPr sz="1900" spc="114" dirty="0">
                <a:solidFill>
                  <a:srgbClr val="B31166"/>
                </a:solidFill>
                <a:latin typeface="Lucida Sans Unicode"/>
                <a:cs typeface="Lucida Sans Unicode"/>
              </a:rPr>
              <a:t>▶</a:t>
            </a:r>
            <a:r>
              <a:rPr lang="en-US" sz="1900" spc="114" dirty="0">
                <a:solidFill>
                  <a:srgbClr val="B31166"/>
                </a:solidFill>
                <a:latin typeface="Lucida Sans Unicode"/>
                <a:cs typeface="Lucida Sans Unicode"/>
              </a:rPr>
              <a:t> </a:t>
            </a:r>
            <a:r>
              <a:rPr lang="en-US" spc="114" dirty="0">
                <a:solidFill>
                  <a:srgbClr val="B31166"/>
                </a:solidFill>
                <a:latin typeface="Cambria" panose="02040503050406030204" pitchFamily="18" charset="0"/>
                <a:ea typeface="Cambria" panose="02040503050406030204" pitchFamily="18" charset="0"/>
                <a:cs typeface="Lucida Sans Unicode"/>
              </a:rPr>
              <a:t>T</a:t>
            </a:r>
            <a:r>
              <a:rPr lang="en-US" dirty="0">
                <a:latin typeface="Cambria" panose="02040503050406030204" pitchFamily="18" charset="0"/>
                <a:ea typeface="Cambria" panose="02040503050406030204" pitchFamily="18" charset="0"/>
              </a:rPr>
              <a:t>o aid in the conservation of wildlife and to promote awareness among future generations about the importance of preserving fauna, designed and implemented a comprehensive database system for managing a zoo. This database efficiently stores and manage information about various aspects of the zoo, including details about animals kept in the zoo, employees responsible for their care, and visitors who visits the zoo.</a:t>
            </a:r>
            <a:endParaRPr lang="en-US" dirty="0">
              <a:latin typeface="Cambria" panose="02040503050406030204" pitchFamily="18" charset="0"/>
              <a:ea typeface="Cambria" panose="02040503050406030204" pitchFamily="18" charset="0"/>
              <a:cs typeface="Lucida Sans Unicod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80D36A-171C-BE5A-182E-D35072BB6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789545"/>
            <a:ext cx="10485199" cy="52789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420C0-2E63-3AFD-D045-E8A974C987C7}"/>
              </a:ext>
            </a:extLst>
          </p:cNvPr>
          <p:cNvSpPr>
            <a:spLocks noGrp="1"/>
          </p:cNvSpPr>
          <p:nvPr>
            <p:ph type="title"/>
          </p:nvPr>
        </p:nvSpPr>
        <p:spPr>
          <a:xfrm>
            <a:off x="2895600" y="2057399"/>
            <a:ext cx="5867400" cy="1107996"/>
          </a:xfrm>
        </p:spPr>
        <p:txBody>
          <a:bodyPr/>
          <a:lstStyle/>
          <a:p>
            <a:r>
              <a:rPr lang="pt-BR" sz="3600" spc="-365" dirty="0">
                <a:latin typeface="Algerian" panose="04020705040A02060702" pitchFamily="82" charset="0"/>
                <a:ea typeface="Microsoft Yi Baiti" panose="03000500000000000000" pitchFamily="66" charset="0"/>
                <a:cs typeface="Segoe UI" panose="020B0502040204020203" pitchFamily="34" charset="0"/>
              </a:rPr>
              <a:t>R</a:t>
            </a:r>
            <a:r>
              <a:rPr lang="pt-BR" sz="3600" spc="-800" dirty="0">
                <a:latin typeface="Algerian" panose="04020705040A02060702" pitchFamily="82" charset="0"/>
                <a:ea typeface="Microsoft Yi Baiti" panose="03000500000000000000" pitchFamily="66" charset="0"/>
                <a:cs typeface="Segoe UI" panose="020B0502040204020203" pitchFamily="34" charset="0"/>
              </a:rPr>
              <a:t> </a:t>
            </a:r>
            <a:r>
              <a:rPr lang="pt-BR" sz="3600" spc="190" dirty="0">
                <a:latin typeface="Algerian" panose="04020705040A02060702" pitchFamily="82" charset="0"/>
                <a:ea typeface="Microsoft Yi Baiti" panose="03000500000000000000" pitchFamily="66" charset="0"/>
                <a:cs typeface="Segoe UI" panose="020B0502040204020203" pitchFamily="34" charset="0"/>
              </a:rPr>
              <a:t>e</a:t>
            </a:r>
            <a:r>
              <a:rPr lang="pt-BR" sz="3600" spc="-800" dirty="0">
                <a:latin typeface="Algerian" panose="04020705040A02060702" pitchFamily="82" charset="0"/>
                <a:ea typeface="Microsoft Yi Baiti" panose="03000500000000000000" pitchFamily="66" charset="0"/>
                <a:cs typeface="Segoe UI" panose="020B0502040204020203" pitchFamily="34" charset="0"/>
              </a:rPr>
              <a:t> </a:t>
            </a:r>
            <a:r>
              <a:rPr lang="pt-BR" sz="3600" spc="-310" dirty="0">
                <a:latin typeface="Algerian" panose="04020705040A02060702" pitchFamily="82" charset="0"/>
                <a:ea typeface="Microsoft Yi Baiti" panose="03000500000000000000" pitchFamily="66" charset="0"/>
                <a:cs typeface="Segoe UI" panose="020B0502040204020203" pitchFamily="34" charset="0"/>
              </a:rPr>
              <a:t>l</a:t>
            </a:r>
            <a:r>
              <a:rPr lang="pt-BR" sz="3600" spc="-795" dirty="0">
                <a:latin typeface="Algerian" panose="04020705040A02060702" pitchFamily="82" charset="0"/>
                <a:ea typeface="Microsoft Yi Baiti" panose="03000500000000000000" pitchFamily="66" charset="0"/>
                <a:cs typeface="Segoe UI" panose="020B0502040204020203" pitchFamily="34" charset="0"/>
              </a:rPr>
              <a:t> </a:t>
            </a:r>
            <a:r>
              <a:rPr lang="pt-BR" sz="3600" spc="310" dirty="0">
                <a:latin typeface="Algerian" panose="04020705040A02060702" pitchFamily="82" charset="0"/>
                <a:ea typeface="Microsoft Yi Baiti" panose="03000500000000000000" pitchFamily="66" charset="0"/>
                <a:cs typeface="Segoe UI" panose="020B0502040204020203" pitchFamily="34" charset="0"/>
              </a:rPr>
              <a:t>a</a:t>
            </a:r>
            <a:r>
              <a:rPr lang="pt-BR" sz="3600" spc="-805" dirty="0">
                <a:latin typeface="Algerian" panose="04020705040A02060702" pitchFamily="82" charset="0"/>
                <a:ea typeface="Microsoft Yi Baiti" panose="03000500000000000000" pitchFamily="66" charset="0"/>
                <a:cs typeface="Segoe UI" panose="020B0502040204020203" pitchFamily="34" charset="0"/>
              </a:rPr>
              <a:t> </a:t>
            </a:r>
            <a:r>
              <a:rPr lang="pt-BR" sz="3600" spc="-245" dirty="0">
                <a:latin typeface="Algerian" panose="04020705040A02060702" pitchFamily="82" charset="0"/>
                <a:ea typeface="Microsoft Yi Baiti" panose="03000500000000000000" pitchFamily="66" charset="0"/>
                <a:cs typeface="Segoe UI" panose="020B0502040204020203" pitchFamily="34" charset="0"/>
              </a:rPr>
              <a:t>t</a:t>
            </a:r>
            <a:r>
              <a:rPr lang="pt-BR" sz="3600" spc="-795" dirty="0">
                <a:latin typeface="Algerian" panose="04020705040A02060702" pitchFamily="82" charset="0"/>
                <a:ea typeface="Microsoft Yi Baiti" panose="03000500000000000000" pitchFamily="66" charset="0"/>
                <a:cs typeface="Segoe UI" panose="020B0502040204020203" pitchFamily="34" charset="0"/>
              </a:rPr>
              <a:t> </a:t>
            </a:r>
            <a:r>
              <a:rPr lang="pt-BR" sz="3600" spc="-310" dirty="0">
                <a:latin typeface="Algerian" panose="04020705040A02060702" pitchFamily="82" charset="0"/>
                <a:ea typeface="Microsoft Yi Baiti" panose="03000500000000000000" pitchFamily="66" charset="0"/>
                <a:cs typeface="Segoe UI" panose="020B0502040204020203" pitchFamily="34" charset="0"/>
              </a:rPr>
              <a:t>i</a:t>
            </a:r>
            <a:r>
              <a:rPr lang="pt-BR" sz="3600" spc="-795" dirty="0">
                <a:latin typeface="Algerian" panose="04020705040A02060702" pitchFamily="82" charset="0"/>
                <a:ea typeface="Microsoft Yi Baiti" panose="03000500000000000000" pitchFamily="66" charset="0"/>
                <a:cs typeface="Segoe UI" panose="020B0502040204020203" pitchFamily="34" charset="0"/>
              </a:rPr>
              <a:t> </a:t>
            </a:r>
            <a:r>
              <a:rPr lang="pt-BR" sz="3600" spc="165" dirty="0">
                <a:latin typeface="Algerian" panose="04020705040A02060702" pitchFamily="82" charset="0"/>
                <a:ea typeface="Microsoft Yi Baiti" panose="03000500000000000000" pitchFamily="66" charset="0"/>
                <a:cs typeface="Segoe UI" panose="020B0502040204020203" pitchFamily="34" charset="0"/>
              </a:rPr>
              <a:t>o</a:t>
            </a:r>
            <a:r>
              <a:rPr lang="pt-BR" sz="3600" spc="-795" dirty="0">
                <a:latin typeface="Algerian" panose="04020705040A02060702" pitchFamily="82" charset="0"/>
                <a:ea typeface="Microsoft Yi Baiti" panose="03000500000000000000" pitchFamily="66" charset="0"/>
                <a:cs typeface="Segoe UI" panose="020B0502040204020203" pitchFamily="34" charset="0"/>
              </a:rPr>
              <a:t> </a:t>
            </a:r>
            <a:r>
              <a:rPr lang="pt-BR" sz="3600" spc="-110" dirty="0">
                <a:latin typeface="Algerian" panose="04020705040A02060702" pitchFamily="82" charset="0"/>
                <a:ea typeface="Microsoft Yi Baiti" panose="03000500000000000000" pitchFamily="66" charset="0"/>
                <a:cs typeface="Segoe UI" panose="020B0502040204020203" pitchFamily="34" charset="0"/>
              </a:rPr>
              <a:t>n</a:t>
            </a:r>
            <a:r>
              <a:rPr lang="pt-BR" sz="3600" spc="-800" dirty="0">
                <a:latin typeface="Algerian" panose="04020705040A02060702" pitchFamily="82" charset="0"/>
                <a:ea typeface="Microsoft Yi Baiti" panose="03000500000000000000" pitchFamily="66" charset="0"/>
                <a:cs typeface="Segoe UI" panose="020B0502040204020203" pitchFamily="34" charset="0"/>
              </a:rPr>
              <a:t> </a:t>
            </a:r>
            <a:r>
              <a:rPr lang="pt-BR" sz="3600" spc="310" dirty="0">
                <a:latin typeface="Algerian" panose="04020705040A02060702" pitchFamily="82" charset="0"/>
                <a:ea typeface="Microsoft Yi Baiti" panose="03000500000000000000" pitchFamily="66" charset="0"/>
                <a:cs typeface="Segoe UI" panose="020B0502040204020203" pitchFamily="34" charset="0"/>
              </a:rPr>
              <a:t>a</a:t>
            </a:r>
            <a:r>
              <a:rPr lang="pt-BR" sz="3600" spc="-800" dirty="0">
                <a:latin typeface="Algerian" panose="04020705040A02060702" pitchFamily="82" charset="0"/>
                <a:ea typeface="Microsoft Yi Baiti" panose="03000500000000000000" pitchFamily="66" charset="0"/>
                <a:cs typeface="Segoe UI" panose="020B0502040204020203" pitchFamily="34" charset="0"/>
              </a:rPr>
              <a:t> </a:t>
            </a:r>
            <a:r>
              <a:rPr lang="pt-BR" sz="3600" spc="-360" dirty="0">
                <a:latin typeface="Algerian" panose="04020705040A02060702" pitchFamily="82" charset="0"/>
                <a:ea typeface="Microsoft Yi Baiti" panose="03000500000000000000" pitchFamily="66" charset="0"/>
                <a:cs typeface="Segoe UI" panose="020B0502040204020203" pitchFamily="34" charset="0"/>
              </a:rPr>
              <a:t>l   </a:t>
            </a:r>
            <a:r>
              <a:rPr lang="pt-BR" sz="3600" spc="220" dirty="0">
                <a:latin typeface="Algerian" panose="04020705040A02060702" pitchFamily="82" charset="0"/>
                <a:ea typeface="Microsoft Yi Baiti" panose="03000500000000000000" pitchFamily="66" charset="0"/>
                <a:cs typeface="Segoe UI" panose="020B0502040204020203" pitchFamily="34" charset="0"/>
              </a:rPr>
              <a:t>schema </a:t>
            </a:r>
            <a:r>
              <a:rPr lang="pt-BR" spc="310" dirty="0">
                <a:latin typeface="Algerian" panose="04020705040A02060702" pitchFamily="82" charset="0"/>
                <a:ea typeface="Microsoft Yi Baiti" panose="03000500000000000000" pitchFamily="66" charset="0"/>
                <a:cs typeface="Segoe UI" panose="020B0502040204020203" pitchFamily="34" charset="0"/>
              </a:rPr>
              <a:t>before </a:t>
            </a:r>
            <a:r>
              <a:rPr lang="pt-BR" sz="3600" spc="-110" dirty="0">
                <a:latin typeface="Algerian" panose="04020705040A02060702" pitchFamily="82" charset="0"/>
                <a:ea typeface="Microsoft Yi Baiti" panose="03000500000000000000" pitchFamily="66" charset="0"/>
                <a:cs typeface="Segoe UI" panose="020B0502040204020203" pitchFamily="34" charset="0"/>
              </a:rPr>
              <a:t>n</a:t>
            </a:r>
            <a:r>
              <a:rPr lang="pt-BR" sz="3600" spc="-905" dirty="0">
                <a:latin typeface="Algerian" panose="04020705040A02060702" pitchFamily="82" charset="0"/>
                <a:ea typeface="Microsoft Yi Baiti" panose="03000500000000000000" pitchFamily="66" charset="0"/>
                <a:cs typeface="Segoe UI" panose="020B0502040204020203" pitchFamily="34" charset="0"/>
              </a:rPr>
              <a:t> </a:t>
            </a:r>
            <a:r>
              <a:rPr lang="pt-BR" sz="3600" spc="400" dirty="0">
                <a:latin typeface="Algerian" panose="04020705040A02060702" pitchFamily="82" charset="0"/>
                <a:ea typeface="Microsoft Yi Baiti" panose="03000500000000000000" pitchFamily="66" charset="0"/>
                <a:cs typeface="Segoe UI" panose="020B0502040204020203" pitchFamily="34" charset="0"/>
              </a:rPr>
              <a:t>o</a:t>
            </a:r>
            <a:r>
              <a:rPr lang="pt-BR" sz="3600" spc="395" dirty="0">
                <a:latin typeface="Algerian" panose="04020705040A02060702" pitchFamily="82" charset="0"/>
                <a:ea typeface="Microsoft Yi Baiti" panose="03000500000000000000" pitchFamily="66" charset="0"/>
                <a:cs typeface="Segoe UI" panose="020B0502040204020203" pitchFamily="34" charset="0"/>
              </a:rPr>
              <a:t>rma</a:t>
            </a:r>
            <a:r>
              <a:rPr lang="pt-BR" sz="3600" spc="-100" dirty="0">
                <a:latin typeface="Algerian" panose="04020705040A02060702" pitchFamily="82" charset="0"/>
                <a:ea typeface="Microsoft Yi Baiti" panose="03000500000000000000" pitchFamily="66" charset="0"/>
                <a:cs typeface="Segoe UI" panose="020B0502040204020203" pitchFamily="34" charset="0"/>
              </a:rPr>
              <a:t>l</a:t>
            </a:r>
            <a:r>
              <a:rPr lang="pt-BR" sz="3600" spc="-310" dirty="0">
                <a:latin typeface="Algerian" panose="04020705040A02060702" pitchFamily="82" charset="0"/>
                <a:ea typeface="Microsoft Yi Baiti" panose="03000500000000000000" pitchFamily="66" charset="0"/>
                <a:cs typeface="Segoe UI" panose="020B0502040204020203" pitchFamily="34" charset="0"/>
              </a:rPr>
              <a:t>isation</a:t>
            </a:r>
            <a:endParaRPr lang="en-IN" dirty="0">
              <a:latin typeface="Algerian" panose="04020705040A02060702" pitchFamily="82" charset="0"/>
              <a:ea typeface="Microsoft Yi Baiti" panose="03000500000000000000" pitchFamily="66" charset="0"/>
              <a:cs typeface="Segoe UI" panose="020B0502040204020203" pitchFamily="34" charset="0"/>
            </a:endParaRPr>
          </a:p>
        </p:txBody>
      </p:sp>
    </p:spTree>
    <p:extLst>
      <p:ext uri="{BB962C8B-B14F-4D97-AF65-F5344CB8AC3E}">
        <p14:creationId xmlns:p14="http://schemas.microsoft.com/office/powerpoint/2010/main" val="112235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658DBC-71FE-3572-910A-522E216E8C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762000"/>
            <a:ext cx="9982200" cy="5486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79" y="3"/>
            <a:ext cx="12191999" cy="6857997"/>
          </a:xfrm>
          <a:prstGeom prst="rect">
            <a:avLst/>
          </a:prstGeom>
        </p:spPr>
      </p:pic>
      <p:pic>
        <p:nvPicPr>
          <p:cNvPr id="3" name="object 3"/>
          <p:cNvPicPr/>
          <p:nvPr/>
        </p:nvPicPr>
        <p:blipFill>
          <a:blip r:embed="rId3" cstate="print"/>
          <a:stretch>
            <a:fillRect/>
          </a:stretch>
        </p:blipFill>
        <p:spPr>
          <a:xfrm>
            <a:off x="0" y="2667000"/>
            <a:ext cx="4191000" cy="4191000"/>
          </a:xfrm>
          <a:prstGeom prst="rect">
            <a:avLst/>
          </a:prstGeom>
        </p:spPr>
      </p:pic>
      <p:pic>
        <p:nvPicPr>
          <p:cNvPr id="4" name="object 4"/>
          <p:cNvPicPr/>
          <p:nvPr/>
        </p:nvPicPr>
        <p:blipFill>
          <a:blip r:embed="rId4" cstate="print"/>
          <a:stretch>
            <a:fillRect/>
          </a:stretch>
        </p:blipFill>
        <p:spPr>
          <a:xfrm>
            <a:off x="8609076" y="5867400"/>
            <a:ext cx="990600" cy="990600"/>
          </a:xfrm>
          <a:prstGeom prst="rect">
            <a:avLst/>
          </a:prstGeom>
        </p:spPr>
      </p:pic>
      <p:pic>
        <p:nvPicPr>
          <p:cNvPr id="5" name="object 5"/>
          <p:cNvPicPr/>
          <p:nvPr/>
        </p:nvPicPr>
        <p:blipFill>
          <a:blip r:embed="rId5" cstate="print"/>
          <a:stretch>
            <a:fillRect/>
          </a:stretch>
        </p:blipFill>
        <p:spPr>
          <a:xfrm>
            <a:off x="8609076" y="1676400"/>
            <a:ext cx="2819400" cy="2819400"/>
          </a:xfrm>
          <a:prstGeom prst="rect">
            <a:avLst/>
          </a:prstGeom>
        </p:spPr>
      </p:pic>
      <p:grpSp>
        <p:nvGrpSpPr>
          <p:cNvPr id="6" name="object 6"/>
          <p:cNvGrpSpPr/>
          <p:nvPr/>
        </p:nvGrpSpPr>
        <p:grpSpPr>
          <a:xfrm>
            <a:off x="-136491" y="1270"/>
            <a:ext cx="12315321" cy="6856730"/>
            <a:chOff x="75627" y="-686434"/>
            <a:chExt cx="12192000" cy="6856730"/>
          </a:xfrm>
        </p:grpSpPr>
        <p:pic>
          <p:nvPicPr>
            <p:cNvPr id="7" name="object 7"/>
            <p:cNvPicPr/>
            <p:nvPr/>
          </p:nvPicPr>
          <p:blipFill>
            <a:blip r:embed="rId6" cstate="print"/>
            <a:stretch>
              <a:fillRect/>
            </a:stretch>
          </p:blipFill>
          <p:spPr>
            <a:xfrm>
              <a:off x="7999476" y="9144"/>
              <a:ext cx="1600200" cy="1600200"/>
            </a:xfrm>
            <a:prstGeom prst="rect">
              <a:avLst/>
            </a:prstGeom>
          </p:spPr>
        </p:pic>
        <p:sp>
          <p:nvSpPr>
            <p:cNvPr id="8" name="object 8"/>
            <p:cNvSpPr/>
            <p:nvPr/>
          </p:nvSpPr>
          <p:spPr>
            <a:xfrm>
              <a:off x="8502142" y="1519047"/>
              <a:ext cx="3288029" cy="768350"/>
            </a:xfrm>
            <a:custGeom>
              <a:avLst/>
              <a:gdLst/>
              <a:ahLst/>
              <a:cxnLst/>
              <a:rect l="l" t="t" r="r" b="b"/>
              <a:pathLst>
                <a:path w="3288029" h="768350">
                  <a:moveTo>
                    <a:pt x="3226307" y="0"/>
                  </a:moveTo>
                  <a:lnTo>
                    <a:pt x="2909951" y="104775"/>
                  </a:lnTo>
                  <a:lnTo>
                    <a:pt x="2591054" y="200660"/>
                  </a:lnTo>
                  <a:lnTo>
                    <a:pt x="2485643" y="229997"/>
                  </a:lnTo>
                  <a:lnTo>
                    <a:pt x="2271522" y="287274"/>
                  </a:lnTo>
                  <a:lnTo>
                    <a:pt x="2059812" y="340487"/>
                  </a:lnTo>
                  <a:lnTo>
                    <a:pt x="1954656" y="365760"/>
                  </a:lnTo>
                  <a:lnTo>
                    <a:pt x="1639697" y="436244"/>
                  </a:lnTo>
                  <a:lnTo>
                    <a:pt x="1330071" y="498855"/>
                  </a:lnTo>
                  <a:lnTo>
                    <a:pt x="1127378" y="536828"/>
                  </a:lnTo>
                  <a:lnTo>
                    <a:pt x="829309" y="588517"/>
                  </a:lnTo>
                  <a:lnTo>
                    <a:pt x="447928" y="646811"/>
                  </a:lnTo>
                  <a:lnTo>
                    <a:pt x="174751" y="683894"/>
                  </a:lnTo>
                  <a:lnTo>
                    <a:pt x="0" y="705103"/>
                  </a:lnTo>
                  <a:lnTo>
                    <a:pt x="9701" y="720494"/>
                  </a:lnTo>
                  <a:lnTo>
                    <a:pt x="29342" y="751181"/>
                  </a:lnTo>
                  <a:lnTo>
                    <a:pt x="39115" y="766572"/>
                  </a:lnTo>
                  <a:lnTo>
                    <a:pt x="66166" y="767349"/>
                  </a:lnTo>
                  <a:lnTo>
                    <a:pt x="95131" y="767793"/>
                  </a:lnTo>
                  <a:lnTo>
                    <a:pt x="125954" y="767911"/>
                  </a:lnTo>
                  <a:lnTo>
                    <a:pt x="192949" y="767195"/>
                  </a:lnTo>
                  <a:lnTo>
                    <a:pt x="305973" y="763849"/>
                  </a:lnTo>
                  <a:lnTo>
                    <a:pt x="477701" y="755441"/>
                  </a:lnTo>
                  <a:lnTo>
                    <a:pt x="773052" y="735284"/>
                  </a:lnTo>
                  <a:lnTo>
                    <a:pt x="1336019" y="685315"/>
                  </a:lnTo>
                  <a:lnTo>
                    <a:pt x="2059023" y="606988"/>
                  </a:lnTo>
                  <a:lnTo>
                    <a:pt x="2689041" y="527362"/>
                  </a:lnTo>
                  <a:lnTo>
                    <a:pt x="3038251" y="477217"/>
                  </a:lnTo>
                  <a:lnTo>
                    <a:pt x="3250138" y="443265"/>
                  </a:lnTo>
                  <a:lnTo>
                    <a:pt x="3288029" y="436752"/>
                  </a:lnTo>
                  <a:lnTo>
                    <a:pt x="3280235" y="379771"/>
                  </a:lnTo>
                  <a:lnTo>
                    <a:pt x="3273959" y="334487"/>
                  </a:lnTo>
                  <a:lnTo>
                    <a:pt x="3264862" y="270500"/>
                  </a:lnTo>
                  <a:lnTo>
                    <a:pt x="3252759" y="189298"/>
                  </a:lnTo>
                  <a:lnTo>
                    <a:pt x="3249394" y="166333"/>
                  </a:lnTo>
                  <a:lnTo>
                    <a:pt x="3245343" y="138048"/>
                  </a:lnTo>
                  <a:lnTo>
                    <a:pt x="3240328" y="102315"/>
                  </a:lnTo>
                  <a:lnTo>
                    <a:pt x="3234075" y="57008"/>
                  </a:lnTo>
                  <a:lnTo>
                    <a:pt x="3226307" y="0"/>
                  </a:lnTo>
                  <a:close/>
                </a:path>
              </a:pathLst>
            </a:custGeom>
            <a:solidFill>
              <a:srgbClr val="FFFFFF">
                <a:alpha val="19999"/>
              </a:srgbClr>
            </a:solidFill>
          </p:spPr>
          <p:txBody>
            <a:bodyPr wrap="square" lIns="0" tIns="0" rIns="0" bIns="0" rtlCol="0"/>
            <a:lstStyle/>
            <a:p>
              <a:endParaRPr/>
            </a:p>
          </p:txBody>
        </p:sp>
        <p:sp>
          <p:nvSpPr>
            <p:cNvPr id="9" name="object 9"/>
            <p:cNvSpPr/>
            <p:nvPr/>
          </p:nvSpPr>
          <p:spPr>
            <a:xfrm>
              <a:off x="75627" y="-686434"/>
              <a:ext cx="12192000" cy="6856730"/>
            </a:xfrm>
            <a:custGeom>
              <a:avLst/>
              <a:gdLst/>
              <a:ahLst/>
              <a:cxnLst/>
              <a:rect l="l" t="t" r="r" b="b"/>
              <a:pathLst>
                <a:path w="12192000" h="6856730">
                  <a:moveTo>
                    <a:pt x="12192000" y="0"/>
                  </a:moveTo>
                  <a:lnTo>
                    <a:pt x="0" y="0"/>
                  </a:lnTo>
                  <a:lnTo>
                    <a:pt x="0" y="469900"/>
                  </a:lnTo>
                  <a:lnTo>
                    <a:pt x="0" y="6380480"/>
                  </a:lnTo>
                  <a:lnTo>
                    <a:pt x="0" y="6856730"/>
                  </a:lnTo>
                  <a:lnTo>
                    <a:pt x="12192000" y="6856730"/>
                  </a:lnTo>
                  <a:lnTo>
                    <a:pt x="12192000" y="6380480"/>
                  </a:lnTo>
                  <a:lnTo>
                    <a:pt x="12192000" y="470154"/>
                  </a:lnTo>
                  <a:lnTo>
                    <a:pt x="11709273" y="470154"/>
                  </a:lnTo>
                  <a:lnTo>
                    <a:pt x="11709273" y="1871421"/>
                  </a:lnTo>
                  <a:lnTo>
                    <a:pt x="10971022" y="1981454"/>
                  </a:lnTo>
                  <a:lnTo>
                    <a:pt x="10201148" y="2075180"/>
                  </a:lnTo>
                  <a:lnTo>
                    <a:pt x="9947148" y="2100580"/>
                  </a:lnTo>
                  <a:lnTo>
                    <a:pt x="9434322" y="2146554"/>
                  </a:lnTo>
                  <a:lnTo>
                    <a:pt x="8927973" y="2184654"/>
                  </a:lnTo>
                  <a:lnTo>
                    <a:pt x="8675497" y="2200529"/>
                  </a:lnTo>
                  <a:lnTo>
                    <a:pt x="7926197" y="2237105"/>
                  </a:lnTo>
                  <a:lnTo>
                    <a:pt x="7191248" y="2257679"/>
                  </a:lnTo>
                  <a:lnTo>
                    <a:pt x="6473698" y="2265680"/>
                  </a:lnTo>
                  <a:lnTo>
                    <a:pt x="6006973" y="2264029"/>
                  </a:lnTo>
                  <a:lnTo>
                    <a:pt x="5108448" y="2246630"/>
                  </a:lnTo>
                  <a:lnTo>
                    <a:pt x="4467098" y="2222754"/>
                  </a:lnTo>
                  <a:lnTo>
                    <a:pt x="3665347" y="2179955"/>
                  </a:lnTo>
                  <a:lnTo>
                    <a:pt x="2931922" y="2130679"/>
                  </a:lnTo>
                  <a:lnTo>
                    <a:pt x="2592197" y="2103755"/>
                  </a:lnTo>
                  <a:lnTo>
                    <a:pt x="1979422" y="2046605"/>
                  </a:lnTo>
                  <a:lnTo>
                    <a:pt x="1233360" y="1965579"/>
                  </a:lnTo>
                  <a:lnTo>
                    <a:pt x="863473" y="1921129"/>
                  </a:lnTo>
                  <a:lnTo>
                    <a:pt x="476377" y="1867852"/>
                  </a:lnTo>
                  <a:lnTo>
                    <a:pt x="476377" y="469900"/>
                  </a:lnTo>
                  <a:lnTo>
                    <a:pt x="12192000" y="469900"/>
                  </a:lnTo>
                  <a:lnTo>
                    <a:pt x="12192000" y="0"/>
                  </a:lnTo>
                  <a:close/>
                </a:path>
              </a:pathLst>
            </a:custGeom>
            <a:solidFill>
              <a:srgbClr val="FFFFFF"/>
            </a:solidFill>
          </p:spPr>
          <p:txBody>
            <a:bodyPr wrap="square" lIns="0" tIns="0" rIns="0" bIns="0" rtlCol="0"/>
            <a:lstStyle/>
            <a:p>
              <a:endParaRPr dirty="0"/>
            </a:p>
          </p:txBody>
        </p:sp>
        <p:pic>
          <p:nvPicPr>
            <p:cNvPr id="10" name="object 10"/>
            <p:cNvPicPr/>
            <p:nvPr/>
          </p:nvPicPr>
          <p:blipFill>
            <a:blip r:embed="rId7" cstate="print"/>
            <a:stretch>
              <a:fillRect/>
            </a:stretch>
          </p:blipFill>
          <p:spPr>
            <a:xfrm>
              <a:off x="10398252" y="0"/>
              <a:ext cx="760488" cy="1203960"/>
            </a:xfrm>
            <a:prstGeom prst="rect">
              <a:avLst/>
            </a:prstGeom>
          </p:spPr>
        </p:pic>
        <p:sp>
          <p:nvSpPr>
            <p:cNvPr id="11" name="object 11"/>
            <p:cNvSpPr/>
            <p:nvPr/>
          </p:nvSpPr>
          <p:spPr>
            <a:xfrm>
              <a:off x="10437876" y="0"/>
              <a:ext cx="685800" cy="1143000"/>
            </a:xfrm>
            <a:custGeom>
              <a:avLst/>
              <a:gdLst/>
              <a:ahLst/>
              <a:cxnLst/>
              <a:rect l="l" t="t" r="r" b="b"/>
              <a:pathLst>
                <a:path w="685800" h="1143000">
                  <a:moveTo>
                    <a:pt x="685800" y="0"/>
                  </a:moveTo>
                  <a:lnTo>
                    <a:pt x="0" y="0"/>
                  </a:lnTo>
                  <a:lnTo>
                    <a:pt x="0" y="1143000"/>
                  </a:lnTo>
                  <a:lnTo>
                    <a:pt x="685800" y="1143000"/>
                  </a:lnTo>
                  <a:lnTo>
                    <a:pt x="685800" y="0"/>
                  </a:lnTo>
                  <a:close/>
                </a:path>
              </a:pathLst>
            </a:custGeom>
            <a:solidFill>
              <a:srgbClr val="B31166"/>
            </a:solidFill>
          </p:spPr>
          <p:txBody>
            <a:bodyPr wrap="square" lIns="0" tIns="0" rIns="0" bIns="0" rtlCol="0"/>
            <a:lstStyle/>
            <a:p>
              <a:endParaRPr/>
            </a:p>
          </p:txBody>
        </p:sp>
      </p:grpSp>
      <p:sp>
        <p:nvSpPr>
          <p:cNvPr id="13" name="object 1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30" dirty="0"/>
              <a:t>Features</a:t>
            </a:r>
            <a:r>
              <a:rPr spc="-225" dirty="0"/>
              <a:t> </a:t>
            </a:r>
            <a:r>
              <a:rPr spc="60" dirty="0"/>
              <a:t>Of</a:t>
            </a:r>
            <a:r>
              <a:rPr spc="-245" dirty="0"/>
              <a:t> </a:t>
            </a:r>
            <a:r>
              <a:rPr spc="60" dirty="0"/>
              <a:t>Database</a:t>
            </a:r>
            <a:r>
              <a:rPr spc="-229" dirty="0"/>
              <a:t> </a:t>
            </a:r>
            <a:r>
              <a:rPr spc="-705" dirty="0"/>
              <a:t>:</a:t>
            </a:r>
          </a:p>
        </p:txBody>
      </p:sp>
      <p:sp>
        <p:nvSpPr>
          <p:cNvPr id="14" name="TextBox 13">
            <a:extLst>
              <a:ext uri="{FF2B5EF4-FFF2-40B4-BE49-F238E27FC236}">
                <a16:creationId xmlns:a16="http://schemas.microsoft.com/office/drawing/2014/main" id="{F05A51FF-0E1D-8703-8DAF-8E7D6F8E2C95}"/>
              </a:ext>
            </a:extLst>
          </p:cNvPr>
          <p:cNvSpPr txBox="1"/>
          <p:nvPr/>
        </p:nvSpPr>
        <p:spPr>
          <a:xfrm>
            <a:off x="685800" y="2722418"/>
            <a:ext cx="10372926" cy="2862322"/>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t>Basic information about the animals is available and new species can be included into database, updates, deletions of existing animals is possible.</a:t>
            </a:r>
          </a:p>
          <a:p>
            <a:pPr marL="285750" indent="-285750">
              <a:buFont typeface="Wingdings" panose="05000000000000000000" pitchFamily="2" charset="2"/>
              <a:buChar char="Ø"/>
            </a:pPr>
            <a:r>
              <a:rPr lang="en-US" sz="2000" dirty="0"/>
              <a:t>A track of visitors is maintained with some information about them.</a:t>
            </a:r>
          </a:p>
          <a:p>
            <a:pPr marL="285750" indent="-285750">
              <a:buFont typeface="Wingdings" panose="05000000000000000000" pitchFamily="2" charset="2"/>
              <a:buChar char="Ø"/>
            </a:pPr>
            <a:r>
              <a:rPr lang="en-US" sz="2000" dirty="0"/>
              <a:t>New employees can be added into zoos and updates about them and deletion can be done.</a:t>
            </a:r>
          </a:p>
          <a:p>
            <a:pPr marL="285750" indent="-285750">
              <a:buFont typeface="Wingdings" panose="05000000000000000000" pitchFamily="2" charset="2"/>
              <a:buChar char="Ø"/>
            </a:pPr>
            <a:r>
              <a:rPr lang="en-US" sz="2000" dirty="0"/>
              <a:t>Tickets bought for an individual zoo can be recorded with also the type of payment method.</a:t>
            </a:r>
          </a:p>
          <a:p>
            <a:pPr marL="285750" indent="-285750">
              <a:buFont typeface="Wingdings" panose="05000000000000000000" pitchFamily="2" charset="2"/>
              <a:buChar char="Ø"/>
            </a:pPr>
            <a:r>
              <a:rPr lang="en-US" sz="2000" dirty="0"/>
              <a:t>Information about every animal present in a zoo is stored with options to add new animals into zoos, update the changes like change of caretaker and deletion of animal.</a:t>
            </a:r>
            <a:endParaRPr lang="en-I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3200" y="2485466"/>
            <a:ext cx="6934200" cy="936154"/>
          </a:xfrm>
          <a:prstGeom prst="rect">
            <a:avLst/>
          </a:prstGeom>
        </p:spPr>
        <p:txBody>
          <a:bodyPr vert="horz" wrap="square" lIns="0" tIns="12700" rIns="0" bIns="0" rtlCol="0">
            <a:spAutoFit/>
          </a:bodyPr>
          <a:lstStyle/>
          <a:p>
            <a:pPr marL="12700">
              <a:lnSpc>
                <a:spcPct val="100000"/>
              </a:lnSpc>
              <a:spcBef>
                <a:spcPts val="100"/>
              </a:spcBef>
            </a:pPr>
            <a:r>
              <a:rPr sz="6000" spc="505" dirty="0">
                <a:latin typeface="Algerian" panose="04020705040A02060702" pitchFamily="82" charset="0"/>
                <a:ea typeface="Cambria" panose="02040503050406030204" pitchFamily="18" charset="0"/>
              </a:rPr>
              <a:t>N</a:t>
            </a:r>
            <a:r>
              <a:rPr sz="6000" spc="500" dirty="0">
                <a:latin typeface="Algerian" panose="04020705040A02060702" pitchFamily="82" charset="0"/>
                <a:ea typeface="Cambria" panose="02040503050406030204" pitchFamily="18" charset="0"/>
              </a:rPr>
              <a:t>or</a:t>
            </a:r>
            <a:r>
              <a:rPr sz="6000" spc="505" dirty="0">
                <a:latin typeface="Algerian" panose="04020705040A02060702" pitchFamily="82" charset="0"/>
                <a:ea typeface="Cambria" panose="02040503050406030204" pitchFamily="18" charset="0"/>
              </a:rPr>
              <a:t>m</a:t>
            </a:r>
            <a:r>
              <a:rPr sz="6000" spc="509" dirty="0">
                <a:latin typeface="Algerian" panose="04020705040A02060702" pitchFamily="82" charset="0"/>
                <a:ea typeface="Cambria" panose="02040503050406030204" pitchFamily="18" charset="0"/>
              </a:rPr>
              <a:t>a</a:t>
            </a:r>
            <a:r>
              <a:rPr sz="6000" spc="500" dirty="0">
                <a:latin typeface="Algerian" panose="04020705040A02060702" pitchFamily="82" charset="0"/>
                <a:ea typeface="Cambria" panose="02040503050406030204" pitchFamily="18" charset="0"/>
              </a:rPr>
              <a:t>lis</a:t>
            </a:r>
            <a:r>
              <a:rPr sz="6000" spc="509" dirty="0">
                <a:latin typeface="Algerian" panose="04020705040A02060702" pitchFamily="82" charset="0"/>
                <a:ea typeface="Cambria" panose="02040503050406030204" pitchFamily="18" charset="0"/>
              </a:rPr>
              <a:t>a</a:t>
            </a:r>
            <a:r>
              <a:rPr sz="6000" spc="500" dirty="0">
                <a:latin typeface="Algerian" panose="04020705040A02060702" pitchFamily="82" charset="0"/>
                <a:ea typeface="Cambria" panose="02040503050406030204" pitchFamily="18" charset="0"/>
              </a:rPr>
              <a:t>tio</a:t>
            </a:r>
            <a:r>
              <a:rPr sz="6000" spc="-185" dirty="0">
                <a:latin typeface="Algerian" panose="04020705040A02060702" pitchFamily="82" charset="0"/>
                <a:ea typeface="Cambria" panose="02040503050406030204" pitchFamily="18" charset="0"/>
              </a:rPr>
              <a:t>n</a:t>
            </a:r>
            <a:endParaRPr sz="6000" dirty="0">
              <a:latin typeface="Algerian" panose="04020705040A02060702" pitchFamily="82"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1980" y="886967"/>
            <a:ext cx="10988040" cy="50840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17220" y="687324"/>
            <a:ext cx="10957560" cy="54833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1980" y="606551"/>
            <a:ext cx="10988040" cy="56448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3231" y="993647"/>
            <a:ext cx="10765536" cy="49575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04087" y="766572"/>
            <a:ext cx="10783823" cy="532485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0308" y="806195"/>
            <a:ext cx="10311383" cy="524560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600" y="2438400"/>
            <a:ext cx="5934075" cy="1120178"/>
          </a:xfrm>
          <a:prstGeom prst="rect">
            <a:avLst/>
          </a:prstGeom>
        </p:spPr>
        <p:txBody>
          <a:bodyPr vert="horz" wrap="square" lIns="0" tIns="12065" rIns="0" bIns="0" rtlCol="0">
            <a:spAutoFit/>
          </a:bodyPr>
          <a:lstStyle/>
          <a:p>
            <a:pPr marL="12700" marR="5080">
              <a:lnSpc>
                <a:spcPct val="100000"/>
              </a:lnSpc>
              <a:spcBef>
                <a:spcPts val="95"/>
              </a:spcBef>
              <a:tabLst>
                <a:tab pos="3458210" algn="l"/>
              </a:tabLst>
            </a:pPr>
            <a:r>
              <a:rPr dirty="0">
                <a:latin typeface="Algerian" panose="04020705040A02060702" pitchFamily="82" charset="0"/>
              </a:rPr>
              <a:t>R e l a t i o n a </a:t>
            </a:r>
            <a:r>
              <a:rPr lang="en-US" dirty="0">
                <a:latin typeface="Algerian" panose="04020705040A02060702" pitchFamily="82" charset="0"/>
              </a:rPr>
              <a:t>l   </a:t>
            </a:r>
            <a:r>
              <a:rPr dirty="0">
                <a:latin typeface="Algerian" panose="04020705040A02060702" pitchFamily="82" charset="0"/>
              </a:rPr>
              <a:t>schema a f t e r</a:t>
            </a:r>
            <a:r>
              <a:rPr lang="en-US" dirty="0">
                <a:latin typeface="Algerian" panose="04020705040A02060702" pitchFamily="82" charset="0"/>
              </a:rPr>
              <a:t> </a:t>
            </a:r>
            <a:r>
              <a:rPr dirty="0">
                <a:latin typeface="Algerian" panose="04020705040A02060702" pitchFamily="82" charset="0"/>
              </a:rPr>
              <a:t> n </a:t>
            </a:r>
            <a:r>
              <a:rPr dirty="0" err="1">
                <a:latin typeface="Algerian" panose="04020705040A02060702" pitchFamily="82" charset="0"/>
              </a:rPr>
              <a:t>orma</a:t>
            </a:r>
            <a:r>
              <a:rPr lang="en-US" dirty="0" err="1">
                <a:latin typeface="Algerian" panose="04020705040A02060702" pitchFamily="82" charset="0"/>
              </a:rPr>
              <a:t>lisation</a:t>
            </a:r>
            <a:endParaRPr dirty="0">
              <a:latin typeface="Algerian" panose="04020705040A02060702" pitchFamily="82"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C0C4AD-6879-4EF4-7B95-23A9E61AB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589280"/>
            <a:ext cx="9430214" cy="56794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72080" y="2207767"/>
            <a:ext cx="8428990" cy="1671955"/>
          </a:xfrm>
          <a:prstGeom prst="rect">
            <a:avLst/>
          </a:prstGeom>
        </p:spPr>
        <p:txBody>
          <a:bodyPr vert="horz" wrap="square" lIns="0" tIns="12700" rIns="0" bIns="0" rtlCol="0">
            <a:spAutoFit/>
          </a:bodyPr>
          <a:lstStyle/>
          <a:p>
            <a:pPr marL="12700">
              <a:lnSpc>
                <a:spcPct val="100000"/>
              </a:lnSpc>
              <a:spcBef>
                <a:spcPts val="100"/>
              </a:spcBef>
              <a:tabLst>
                <a:tab pos="5031740" algn="l"/>
              </a:tabLst>
            </a:pPr>
            <a:r>
              <a:rPr sz="5400" spc="620" dirty="0"/>
              <a:t>C</a:t>
            </a:r>
            <a:r>
              <a:rPr sz="5400" spc="615" dirty="0"/>
              <a:t>reati</a:t>
            </a:r>
            <a:r>
              <a:rPr sz="5400" spc="625" dirty="0"/>
              <a:t>o</a:t>
            </a:r>
            <a:r>
              <a:rPr sz="5400" dirty="0"/>
              <a:t>n</a:t>
            </a:r>
            <a:r>
              <a:rPr sz="5400" spc="835" dirty="0"/>
              <a:t> </a:t>
            </a:r>
            <a:r>
              <a:rPr sz="5400" spc="225" dirty="0"/>
              <a:t>o</a:t>
            </a:r>
            <a:r>
              <a:rPr sz="5400" spc="-975" dirty="0"/>
              <a:t> </a:t>
            </a:r>
            <a:r>
              <a:rPr sz="5400" spc="-50" dirty="0"/>
              <a:t>f</a:t>
            </a:r>
            <a:r>
              <a:rPr sz="5400" dirty="0"/>
              <a:t>	</a:t>
            </a:r>
            <a:r>
              <a:rPr sz="5400" spc="-300" dirty="0"/>
              <a:t>t</a:t>
            </a:r>
            <a:r>
              <a:rPr sz="5400" spc="-990" dirty="0"/>
              <a:t> </a:t>
            </a:r>
            <a:r>
              <a:rPr sz="5400" spc="420" dirty="0"/>
              <a:t>a</a:t>
            </a:r>
            <a:r>
              <a:rPr sz="5400" spc="-985" dirty="0"/>
              <a:t> </a:t>
            </a:r>
            <a:r>
              <a:rPr sz="5400" spc="300" dirty="0"/>
              <a:t>b</a:t>
            </a:r>
            <a:r>
              <a:rPr sz="5400" spc="-985" dirty="0"/>
              <a:t> </a:t>
            </a:r>
            <a:r>
              <a:rPr sz="5400" spc="-420" dirty="0"/>
              <a:t>l</a:t>
            </a:r>
            <a:r>
              <a:rPr sz="5400" spc="-980" dirty="0"/>
              <a:t> </a:t>
            </a:r>
            <a:r>
              <a:rPr sz="5400" spc="285" dirty="0"/>
              <a:t>e</a:t>
            </a:r>
            <a:r>
              <a:rPr sz="5400" spc="-990" dirty="0"/>
              <a:t> </a:t>
            </a:r>
            <a:r>
              <a:rPr sz="5400" spc="-785" dirty="0"/>
              <a:t>s</a:t>
            </a:r>
            <a:endParaRPr sz="5400"/>
          </a:p>
          <a:p>
            <a:pPr marL="12700">
              <a:lnSpc>
                <a:spcPct val="100000"/>
              </a:lnSpc>
            </a:pPr>
            <a:r>
              <a:rPr sz="5400" spc="720" dirty="0"/>
              <a:t>an</a:t>
            </a:r>
            <a:r>
              <a:rPr sz="5400" spc="204" dirty="0"/>
              <a:t>d</a:t>
            </a:r>
            <a:r>
              <a:rPr sz="5400" spc="-160" dirty="0"/>
              <a:t> </a:t>
            </a:r>
            <a:r>
              <a:rPr sz="5400" spc="355" dirty="0"/>
              <a:t>in</a:t>
            </a:r>
            <a:r>
              <a:rPr sz="5400" spc="365" dirty="0"/>
              <a:t>s</a:t>
            </a:r>
            <a:r>
              <a:rPr sz="5400" spc="355" dirty="0"/>
              <a:t>erti</a:t>
            </a:r>
            <a:r>
              <a:rPr sz="5400" spc="365" dirty="0"/>
              <a:t>o</a:t>
            </a:r>
            <a:r>
              <a:rPr sz="5400" spc="-254" dirty="0"/>
              <a:t>n</a:t>
            </a:r>
            <a:r>
              <a:rPr sz="5400" spc="95" dirty="0"/>
              <a:t> </a:t>
            </a:r>
            <a:r>
              <a:rPr sz="5400" spc="260" dirty="0"/>
              <a:t>o</a:t>
            </a:r>
            <a:r>
              <a:rPr sz="5400" spc="-980" dirty="0"/>
              <a:t> </a:t>
            </a:r>
            <a:r>
              <a:rPr sz="5400" dirty="0"/>
              <a:t>f</a:t>
            </a:r>
            <a:r>
              <a:rPr sz="5400" spc="300" dirty="0"/>
              <a:t> </a:t>
            </a:r>
            <a:r>
              <a:rPr sz="5400" spc="335" dirty="0"/>
              <a:t>d</a:t>
            </a:r>
            <a:r>
              <a:rPr sz="5400" spc="-900" dirty="0"/>
              <a:t> </a:t>
            </a:r>
            <a:r>
              <a:rPr sz="5400" spc="420" dirty="0"/>
              <a:t>a</a:t>
            </a:r>
            <a:r>
              <a:rPr sz="5400" spc="-900" dirty="0"/>
              <a:t> </a:t>
            </a:r>
            <a:r>
              <a:rPr sz="5400" spc="-300" dirty="0"/>
              <a:t>t</a:t>
            </a:r>
            <a:r>
              <a:rPr sz="5400" spc="-905" dirty="0"/>
              <a:t> </a:t>
            </a:r>
            <a:r>
              <a:rPr sz="5400" spc="370" dirty="0"/>
              <a:t>a</a:t>
            </a:r>
            <a:endParaRPr sz="5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27633" y="818515"/>
            <a:ext cx="7945120" cy="3052118"/>
          </a:xfrm>
          <a:prstGeom prst="rect">
            <a:avLst/>
          </a:prstGeom>
        </p:spPr>
        <p:txBody>
          <a:bodyPr vert="horz" wrap="square" lIns="0" tIns="12700" rIns="0" bIns="0" rtlCol="0">
            <a:spAutoFit/>
          </a:bodyPr>
          <a:lstStyle/>
          <a:p>
            <a:pPr marL="12700" marR="6452870">
              <a:lnSpc>
                <a:spcPct val="100000"/>
              </a:lnSpc>
              <a:spcBef>
                <a:spcPts val="100"/>
              </a:spcBef>
            </a:pPr>
            <a:r>
              <a:rPr sz="1800" spc="-25" dirty="0">
                <a:solidFill>
                  <a:srgbClr val="FFFFFF"/>
                </a:solidFill>
                <a:latin typeface="Calibri"/>
                <a:cs typeface="Calibri"/>
              </a:rPr>
              <a:t>create</a:t>
            </a:r>
            <a:r>
              <a:rPr sz="1800" spc="-80" dirty="0">
                <a:solidFill>
                  <a:srgbClr val="FFFFFF"/>
                </a:solidFill>
                <a:latin typeface="Calibri"/>
                <a:cs typeface="Calibri"/>
              </a:rPr>
              <a:t> </a:t>
            </a:r>
            <a:r>
              <a:rPr sz="1800" dirty="0">
                <a:solidFill>
                  <a:srgbClr val="FFFFFF"/>
                </a:solidFill>
                <a:latin typeface="Calibri"/>
                <a:cs typeface="Calibri"/>
              </a:rPr>
              <a:t>table</a:t>
            </a:r>
            <a:r>
              <a:rPr sz="1800" spc="5" dirty="0">
                <a:solidFill>
                  <a:srgbClr val="FFFFFF"/>
                </a:solidFill>
                <a:latin typeface="Calibri"/>
                <a:cs typeface="Calibri"/>
              </a:rPr>
              <a:t> </a:t>
            </a:r>
            <a:r>
              <a:rPr sz="1800" spc="-25" dirty="0">
                <a:solidFill>
                  <a:srgbClr val="FFFFFF"/>
                </a:solidFill>
                <a:latin typeface="Calibri"/>
                <a:cs typeface="Calibri"/>
              </a:rPr>
              <a:t>zoo </a:t>
            </a:r>
            <a:r>
              <a:rPr sz="1800" spc="-50" dirty="0">
                <a:solidFill>
                  <a:srgbClr val="FFFFFF"/>
                </a:solidFill>
                <a:latin typeface="Calibri"/>
                <a:cs typeface="Calibri"/>
              </a:rPr>
              <a:t>(</a:t>
            </a:r>
            <a:endParaRPr sz="1800" dirty="0">
              <a:latin typeface="Calibri"/>
              <a:cs typeface="Calibri"/>
            </a:endParaRPr>
          </a:p>
          <a:p>
            <a:pPr marL="12700" marR="5371465">
              <a:lnSpc>
                <a:spcPct val="100000"/>
              </a:lnSpc>
            </a:pPr>
            <a:r>
              <a:rPr sz="1800" spc="-10" dirty="0" err="1">
                <a:solidFill>
                  <a:srgbClr val="FFFFFF"/>
                </a:solidFill>
                <a:latin typeface="Calibri"/>
                <a:cs typeface="Calibri"/>
              </a:rPr>
              <a:t>zoo_id</a:t>
            </a:r>
            <a:r>
              <a:rPr sz="1800" spc="-80" dirty="0">
                <a:solidFill>
                  <a:srgbClr val="FFFFFF"/>
                </a:solidFill>
                <a:latin typeface="Calibri"/>
                <a:cs typeface="Calibri"/>
              </a:rPr>
              <a:t> </a:t>
            </a:r>
            <a:r>
              <a:rPr lang="en-US" sz="1800" dirty="0">
                <a:solidFill>
                  <a:srgbClr val="FFFFFF"/>
                </a:solidFill>
                <a:latin typeface="Calibri"/>
                <a:cs typeface="Calibri"/>
              </a:rPr>
              <a:t>INT</a:t>
            </a:r>
            <a:r>
              <a:rPr sz="1800" spc="-60" dirty="0">
                <a:solidFill>
                  <a:srgbClr val="FFFFFF"/>
                </a:solidFill>
                <a:latin typeface="Calibri"/>
                <a:cs typeface="Calibri"/>
              </a:rPr>
              <a:t> </a:t>
            </a:r>
            <a:r>
              <a:rPr sz="1800" dirty="0">
                <a:solidFill>
                  <a:srgbClr val="FFFFFF"/>
                </a:solidFill>
                <a:latin typeface="Calibri"/>
                <a:cs typeface="Calibri"/>
              </a:rPr>
              <a:t>primary</a:t>
            </a:r>
            <a:r>
              <a:rPr sz="1800" spc="-90" dirty="0">
                <a:solidFill>
                  <a:srgbClr val="FFFFFF"/>
                </a:solidFill>
                <a:latin typeface="Calibri"/>
                <a:cs typeface="Calibri"/>
              </a:rPr>
              <a:t> </a:t>
            </a:r>
            <a:r>
              <a:rPr sz="1800" spc="-75" dirty="0">
                <a:solidFill>
                  <a:srgbClr val="FFFFFF"/>
                </a:solidFill>
                <a:latin typeface="Calibri"/>
                <a:cs typeface="Calibri"/>
              </a:rPr>
              <a:t>key, </a:t>
            </a:r>
            <a:r>
              <a:rPr sz="1800" spc="-10" dirty="0">
                <a:solidFill>
                  <a:srgbClr val="FFFFFF"/>
                </a:solidFill>
                <a:latin typeface="Calibri"/>
                <a:cs typeface="Calibri"/>
              </a:rPr>
              <a:t>zoo_name</a:t>
            </a:r>
            <a:r>
              <a:rPr sz="1800" spc="-65" dirty="0">
                <a:solidFill>
                  <a:srgbClr val="FFFFFF"/>
                </a:solidFill>
                <a:latin typeface="Calibri"/>
                <a:cs typeface="Calibri"/>
              </a:rPr>
              <a:t> </a:t>
            </a:r>
            <a:r>
              <a:rPr sz="1800" spc="-10" dirty="0">
                <a:solidFill>
                  <a:srgbClr val="FFFFFF"/>
                </a:solidFill>
                <a:latin typeface="Calibri"/>
                <a:cs typeface="Calibri"/>
              </a:rPr>
              <a:t>varchar(100), </a:t>
            </a:r>
            <a:r>
              <a:rPr sz="1800" dirty="0">
                <a:solidFill>
                  <a:srgbClr val="FFFFFF"/>
                </a:solidFill>
                <a:latin typeface="Calibri"/>
                <a:cs typeface="Calibri"/>
              </a:rPr>
              <a:t>city</a:t>
            </a:r>
            <a:r>
              <a:rPr sz="1800" spc="-20" dirty="0">
                <a:solidFill>
                  <a:srgbClr val="FFFFFF"/>
                </a:solidFill>
                <a:latin typeface="Calibri"/>
                <a:cs typeface="Calibri"/>
              </a:rPr>
              <a:t> </a:t>
            </a:r>
            <a:r>
              <a:rPr sz="1800" spc="-10" dirty="0">
                <a:solidFill>
                  <a:srgbClr val="FFFFFF"/>
                </a:solidFill>
                <a:latin typeface="Calibri"/>
                <a:cs typeface="Calibri"/>
              </a:rPr>
              <a:t>varchar(100),</a:t>
            </a:r>
            <a:endParaRPr sz="1800" dirty="0">
              <a:latin typeface="Calibri"/>
              <a:cs typeface="Calibri"/>
            </a:endParaRPr>
          </a:p>
          <a:p>
            <a:pPr marL="12700">
              <a:lnSpc>
                <a:spcPct val="100000"/>
              </a:lnSpc>
            </a:pPr>
            <a:r>
              <a:rPr sz="1800" dirty="0">
                <a:solidFill>
                  <a:srgbClr val="FFFFFF"/>
                </a:solidFill>
                <a:latin typeface="Calibri"/>
                <a:cs typeface="Calibri"/>
              </a:rPr>
              <a:t>cages</a:t>
            </a:r>
            <a:r>
              <a:rPr sz="1800" spc="-80" dirty="0">
                <a:solidFill>
                  <a:srgbClr val="FFFFFF"/>
                </a:solidFill>
                <a:latin typeface="Calibri"/>
                <a:cs typeface="Calibri"/>
              </a:rPr>
              <a:t> </a:t>
            </a:r>
            <a:r>
              <a:rPr lang="en-US" sz="1800" dirty="0">
                <a:solidFill>
                  <a:srgbClr val="FFFFFF"/>
                </a:solidFill>
                <a:latin typeface="Calibri"/>
                <a:cs typeface="Calibri"/>
              </a:rPr>
              <a:t>INT</a:t>
            </a:r>
            <a:r>
              <a:rPr sz="1800" spc="-25" dirty="0">
                <a:solidFill>
                  <a:srgbClr val="FFFFFF"/>
                </a:solidFill>
                <a:latin typeface="Calibri"/>
                <a:cs typeface="Calibri"/>
              </a:rPr>
              <a:t>);</a:t>
            </a:r>
            <a:endParaRPr sz="1800" dirty="0">
              <a:latin typeface="Calibri"/>
              <a:cs typeface="Calibri"/>
            </a:endParaRPr>
          </a:p>
          <a:p>
            <a:pPr marL="65405" marR="393065" indent="-53340">
              <a:lnSpc>
                <a:spcPct val="100000"/>
              </a:lnSpc>
              <a:spcBef>
                <a:spcPts val="2100"/>
              </a:spcBef>
            </a:pPr>
            <a:r>
              <a:rPr sz="1800" dirty="0">
                <a:solidFill>
                  <a:srgbClr val="FFFFFF"/>
                </a:solidFill>
                <a:latin typeface="Calibri"/>
                <a:cs typeface="Calibri"/>
              </a:rPr>
              <a:t>INSERT</a:t>
            </a:r>
            <a:r>
              <a:rPr sz="1800" spc="-105" dirty="0">
                <a:solidFill>
                  <a:srgbClr val="FFFFFF"/>
                </a:solidFill>
                <a:latin typeface="Calibri"/>
                <a:cs typeface="Calibri"/>
              </a:rPr>
              <a:t> </a:t>
            </a:r>
            <a:r>
              <a:rPr sz="1800" spc="-10" dirty="0">
                <a:solidFill>
                  <a:srgbClr val="FFFFFF"/>
                </a:solidFill>
                <a:latin typeface="Calibri"/>
                <a:cs typeface="Calibri"/>
              </a:rPr>
              <a:t>INTO</a:t>
            </a:r>
            <a:r>
              <a:rPr sz="1800" spc="-60" dirty="0">
                <a:solidFill>
                  <a:srgbClr val="FFFFFF"/>
                </a:solidFill>
                <a:latin typeface="Calibri"/>
                <a:cs typeface="Calibri"/>
              </a:rPr>
              <a:t> </a:t>
            </a:r>
            <a:r>
              <a:rPr sz="1800" dirty="0">
                <a:solidFill>
                  <a:srgbClr val="FFFFFF"/>
                </a:solidFill>
                <a:latin typeface="Calibri"/>
                <a:cs typeface="Calibri"/>
              </a:rPr>
              <a:t>zoo</a:t>
            </a:r>
            <a:r>
              <a:rPr sz="1800" spc="-25" dirty="0">
                <a:solidFill>
                  <a:srgbClr val="FFFFFF"/>
                </a:solidFill>
                <a:latin typeface="Calibri"/>
                <a:cs typeface="Calibri"/>
              </a:rPr>
              <a:t> </a:t>
            </a:r>
            <a:r>
              <a:rPr sz="1800" spc="-50" dirty="0">
                <a:solidFill>
                  <a:srgbClr val="FFFFFF"/>
                </a:solidFill>
                <a:latin typeface="Calibri"/>
                <a:cs typeface="Calibri"/>
              </a:rPr>
              <a:t>VALUES</a:t>
            </a:r>
            <a:r>
              <a:rPr sz="1800" spc="-65" dirty="0">
                <a:solidFill>
                  <a:srgbClr val="FFFFFF"/>
                </a:solidFill>
                <a:latin typeface="Calibri"/>
                <a:cs typeface="Calibri"/>
              </a:rPr>
              <a:t> </a:t>
            </a:r>
            <a:r>
              <a:rPr sz="1800" dirty="0">
                <a:solidFill>
                  <a:srgbClr val="FFFFFF"/>
                </a:solidFill>
                <a:latin typeface="Calibri"/>
                <a:cs typeface="Calibri"/>
              </a:rPr>
              <a:t>(10003,</a:t>
            </a:r>
            <a:r>
              <a:rPr sz="1800" spc="-10" dirty="0">
                <a:solidFill>
                  <a:srgbClr val="FFFFFF"/>
                </a:solidFill>
                <a:latin typeface="Calibri"/>
                <a:cs typeface="Calibri"/>
              </a:rPr>
              <a:t> </a:t>
            </a:r>
            <a:r>
              <a:rPr sz="1800" dirty="0">
                <a:solidFill>
                  <a:srgbClr val="FFFFFF"/>
                </a:solidFill>
                <a:latin typeface="Calibri"/>
                <a:cs typeface="Calibri"/>
              </a:rPr>
              <a:t>'Sri</a:t>
            </a:r>
            <a:r>
              <a:rPr sz="1800" spc="-25" dirty="0">
                <a:solidFill>
                  <a:srgbClr val="FFFFFF"/>
                </a:solidFill>
                <a:latin typeface="Calibri"/>
                <a:cs typeface="Calibri"/>
              </a:rPr>
              <a:t> </a:t>
            </a:r>
            <a:r>
              <a:rPr sz="1800" spc="-55" dirty="0">
                <a:solidFill>
                  <a:srgbClr val="FFFFFF"/>
                </a:solidFill>
                <a:latin typeface="Calibri"/>
                <a:cs typeface="Calibri"/>
              </a:rPr>
              <a:t>Venkateswara</a:t>
            </a:r>
            <a:r>
              <a:rPr sz="1800" spc="-60" dirty="0">
                <a:solidFill>
                  <a:srgbClr val="FFFFFF"/>
                </a:solidFill>
                <a:latin typeface="Calibri"/>
                <a:cs typeface="Calibri"/>
              </a:rPr>
              <a:t> </a:t>
            </a:r>
            <a:r>
              <a:rPr sz="1800" spc="-20" dirty="0">
                <a:solidFill>
                  <a:srgbClr val="FFFFFF"/>
                </a:solidFill>
                <a:latin typeface="Calibri"/>
                <a:cs typeface="Calibri"/>
              </a:rPr>
              <a:t>Zoological</a:t>
            </a:r>
            <a:r>
              <a:rPr sz="1800" spc="-10" dirty="0">
                <a:solidFill>
                  <a:srgbClr val="FFFFFF"/>
                </a:solidFill>
                <a:latin typeface="Calibri"/>
                <a:cs typeface="Calibri"/>
              </a:rPr>
              <a:t> Park',</a:t>
            </a:r>
            <a:r>
              <a:rPr sz="1800" spc="-25" dirty="0">
                <a:solidFill>
                  <a:srgbClr val="FFFFFF"/>
                </a:solidFill>
                <a:latin typeface="Calibri"/>
                <a:cs typeface="Calibri"/>
              </a:rPr>
              <a:t> </a:t>
            </a:r>
            <a:r>
              <a:rPr sz="1800" spc="-10" dirty="0">
                <a:solidFill>
                  <a:srgbClr val="FFFFFF"/>
                </a:solidFill>
                <a:latin typeface="Calibri"/>
                <a:cs typeface="Calibri"/>
              </a:rPr>
              <a:t>'Tirupati',</a:t>
            </a:r>
            <a:r>
              <a:rPr sz="1800" spc="-70" dirty="0">
                <a:solidFill>
                  <a:srgbClr val="FFFFFF"/>
                </a:solidFill>
                <a:latin typeface="Calibri"/>
                <a:cs typeface="Calibri"/>
              </a:rPr>
              <a:t> </a:t>
            </a:r>
            <a:r>
              <a:rPr sz="1800" spc="-20" dirty="0">
                <a:solidFill>
                  <a:srgbClr val="FFFFFF"/>
                </a:solidFill>
                <a:latin typeface="Calibri"/>
                <a:cs typeface="Calibri"/>
              </a:rPr>
              <a:t>69); </a:t>
            </a:r>
            <a:r>
              <a:rPr sz="1800" spc="-10" dirty="0">
                <a:solidFill>
                  <a:srgbClr val="FFFFFF"/>
                </a:solidFill>
                <a:latin typeface="Calibri"/>
                <a:cs typeface="Calibri"/>
              </a:rPr>
              <a:t>INSERT</a:t>
            </a:r>
            <a:r>
              <a:rPr sz="1800" spc="-70" dirty="0">
                <a:solidFill>
                  <a:srgbClr val="FFFFFF"/>
                </a:solidFill>
                <a:latin typeface="Calibri"/>
                <a:cs typeface="Calibri"/>
              </a:rPr>
              <a:t> </a:t>
            </a:r>
            <a:r>
              <a:rPr sz="1800" spc="-20" dirty="0">
                <a:solidFill>
                  <a:srgbClr val="FFFFFF"/>
                </a:solidFill>
                <a:latin typeface="Calibri"/>
                <a:cs typeface="Calibri"/>
              </a:rPr>
              <a:t>INTO</a:t>
            </a:r>
            <a:r>
              <a:rPr sz="1800" spc="-75" dirty="0">
                <a:solidFill>
                  <a:srgbClr val="FFFFFF"/>
                </a:solidFill>
                <a:latin typeface="Calibri"/>
                <a:cs typeface="Calibri"/>
              </a:rPr>
              <a:t> </a:t>
            </a:r>
            <a:r>
              <a:rPr sz="1800" spc="-10" dirty="0">
                <a:solidFill>
                  <a:srgbClr val="FFFFFF"/>
                </a:solidFill>
                <a:latin typeface="Calibri"/>
                <a:cs typeface="Calibri"/>
              </a:rPr>
              <a:t>zoo</a:t>
            </a:r>
            <a:r>
              <a:rPr sz="1800" spc="-45"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(10004,</a:t>
            </a:r>
            <a:r>
              <a:rPr sz="1800" spc="-5" dirty="0">
                <a:solidFill>
                  <a:srgbClr val="FFFFFF"/>
                </a:solidFill>
                <a:latin typeface="Calibri"/>
                <a:cs typeface="Calibri"/>
              </a:rPr>
              <a:t> </a:t>
            </a:r>
            <a:r>
              <a:rPr sz="1800" spc="-25" dirty="0">
                <a:solidFill>
                  <a:srgbClr val="FFFFFF"/>
                </a:solidFill>
                <a:latin typeface="Calibri"/>
                <a:cs typeface="Calibri"/>
              </a:rPr>
              <a:t>'Kakatiya</a:t>
            </a:r>
            <a:r>
              <a:rPr sz="1800" spc="-40" dirty="0">
                <a:solidFill>
                  <a:srgbClr val="FFFFFF"/>
                </a:solidFill>
                <a:latin typeface="Calibri"/>
                <a:cs typeface="Calibri"/>
              </a:rPr>
              <a:t> </a:t>
            </a:r>
            <a:r>
              <a:rPr sz="1800" spc="-20" dirty="0">
                <a:solidFill>
                  <a:srgbClr val="FFFFFF"/>
                </a:solidFill>
                <a:latin typeface="Calibri"/>
                <a:cs typeface="Calibri"/>
              </a:rPr>
              <a:t>Zoological</a:t>
            </a:r>
            <a:r>
              <a:rPr sz="1800" spc="-10" dirty="0">
                <a:solidFill>
                  <a:srgbClr val="FFFFFF"/>
                </a:solidFill>
                <a:latin typeface="Calibri"/>
                <a:cs typeface="Calibri"/>
              </a:rPr>
              <a:t> Park',</a:t>
            </a:r>
            <a:r>
              <a:rPr sz="1800" spc="-25" dirty="0">
                <a:solidFill>
                  <a:srgbClr val="FFFFFF"/>
                </a:solidFill>
                <a:latin typeface="Calibri"/>
                <a:cs typeface="Calibri"/>
              </a:rPr>
              <a:t> </a:t>
            </a:r>
            <a:r>
              <a:rPr sz="1800" spc="-20" dirty="0">
                <a:solidFill>
                  <a:srgbClr val="FFFFFF"/>
                </a:solidFill>
                <a:latin typeface="Calibri"/>
                <a:cs typeface="Calibri"/>
              </a:rPr>
              <a:t>'Hanmakonda',</a:t>
            </a:r>
            <a:r>
              <a:rPr sz="1800" spc="-70" dirty="0">
                <a:solidFill>
                  <a:srgbClr val="FFFFFF"/>
                </a:solidFill>
                <a:latin typeface="Calibri"/>
                <a:cs typeface="Calibri"/>
              </a:rPr>
              <a:t> </a:t>
            </a:r>
            <a:r>
              <a:rPr sz="1800" spc="-10" dirty="0">
                <a:solidFill>
                  <a:srgbClr val="FFFFFF"/>
                </a:solidFill>
                <a:latin typeface="Calibri"/>
                <a:cs typeface="Calibri"/>
              </a:rPr>
              <a:t>102); INSERT</a:t>
            </a:r>
            <a:r>
              <a:rPr sz="1800" spc="-95" dirty="0">
                <a:solidFill>
                  <a:srgbClr val="FFFFFF"/>
                </a:solidFill>
                <a:latin typeface="Calibri"/>
                <a:cs typeface="Calibri"/>
              </a:rPr>
              <a:t> </a:t>
            </a:r>
            <a:r>
              <a:rPr sz="1800" spc="-20" dirty="0">
                <a:solidFill>
                  <a:srgbClr val="FFFFFF"/>
                </a:solidFill>
                <a:latin typeface="Calibri"/>
                <a:cs typeface="Calibri"/>
              </a:rPr>
              <a:t>INTO</a:t>
            </a:r>
            <a:r>
              <a:rPr sz="1800" spc="-85" dirty="0">
                <a:solidFill>
                  <a:srgbClr val="FFFFFF"/>
                </a:solidFill>
                <a:latin typeface="Calibri"/>
                <a:cs typeface="Calibri"/>
              </a:rPr>
              <a:t> </a:t>
            </a:r>
            <a:r>
              <a:rPr sz="1800" dirty="0">
                <a:solidFill>
                  <a:srgbClr val="FFFFFF"/>
                </a:solidFill>
                <a:latin typeface="Calibri"/>
                <a:cs typeface="Calibri"/>
              </a:rPr>
              <a:t>zoo</a:t>
            </a:r>
            <a:r>
              <a:rPr sz="1800" spc="-10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(10007,</a:t>
            </a:r>
            <a:r>
              <a:rPr sz="1800" spc="-95" dirty="0">
                <a:solidFill>
                  <a:srgbClr val="FFFFFF"/>
                </a:solidFill>
                <a:latin typeface="Calibri"/>
                <a:cs typeface="Calibri"/>
              </a:rPr>
              <a:t> </a:t>
            </a:r>
            <a:r>
              <a:rPr sz="1800" dirty="0">
                <a:solidFill>
                  <a:srgbClr val="FFFFFF"/>
                </a:solidFill>
                <a:latin typeface="Calibri"/>
                <a:cs typeface="Calibri"/>
              </a:rPr>
              <a:t>'Nehru</a:t>
            </a:r>
            <a:r>
              <a:rPr sz="1800" spc="-80" dirty="0">
                <a:solidFill>
                  <a:srgbClr val="FFFFFF"/>
                </a:solidFill>
                <a:latin typeface="Calibri"/>
                <a:cs typeface="Calibri"/>
              </a:rPr>
              <a:t> </a:t>
            </a:r>
            <a:r>
              <a:rPr sz="1800" spc="-10" dirty="0">
                <a:solidFill>
                  <a:srgbClr val="FFFFFF"/>
                </a:solidFill>
                <a:latin typeface="Calibri"/>
                <a:cs typeface="Calibri"/>
              </a:rPr>
              <a:t>Zoological</a:t>
            </a:r>
            <a:r>
              <a:rPr sz="1800" spc="-45" dirty="0">
                <a:solidFill>
                  <a:srgbClr val="FFFFFF"/>
                </a:solidFill>
                <a:latin typeface="Calibri"/>
                <a:cs typeface="Calibri"/>
              </a:rPr>
              <a:t> </a:t>
            </a:r>
            <a:r>
              <a:rPr sz="1800" spc="-10" dirty="0">
                <a:solidFill>
                  <a:srgbClr val="FFFFFF"/>
                </a:solidFill>
                <a:latin typeface="Calibri"/>
                <a:cs typeface="Calibri"/>
              </a:rPr>
              <a:t>Park',</a:t>
            </a:r>
            <a:r>
              <a:rPr sz="1800" spc="-70" dirty="0">
                <a:solidFill>
                  <a:srgbClr val="FFFFFF"/>
                </a:solidFill>
                <a:latin typeface="Calibri"/>
                <a:cs typeface="Calibri"/>
              </a:rPr>
              <a:t> </a:t>
            </a:r>
            <a:r>
              <a:rPr sz="1800" spc="-10" dirty="0">
                <a:solidFill>
                  <a:srgbClr val="FFFFFF"/>
                </a:solidFill>
                <a:latin typeface="Calibri"/>
                <a:cs typeface="Calibri"/>
              </a:rPr>
              <a:t>'Hyderabad',</a:t>
            </a:r>
            <a:r>
              <a:rPr sz="1800" spc="85" dirty="0">
                <a:solidFill>
                  <a:srgbClr val="FFFFFF"/>
                </a:solidFill>
                <a:latin typeface="Calibri"/>
                <a:cs typeface="Calibri"/>
              </a:rPr>
              <a:t> </a:t>
            </a:r>
            <a:r>
              <a:rPr sz="1800" spc="-20" dirty="0">
                <a:solidFill>
                  <a:srgbClr val="FFFFFF"/>
                </a:solidFill>
                <a:latin typeface="Calibri"/>
                <a:cs typeface="Calibri"/>
              </a:rPr>
              <a:t>43);</a:t>
            </a:r>
            <a:endParaRPr sz="1800" dirty="0">
              <a:latin typeface="Calibri"/>
              <a:cs typeface="Calibri"/>
            </a:endParaRPr>
          </a:p>
          <a:p>
            <a:pPr marL="12700">
              <a:lnSpc>
                <a:spcPct val="100000"/>
              </a:lnSpc>
              <a:spcBef>
                <a:spcPts val="5"/>
              </a:spcBef>
            </a:pPr>
            <a:r>
              <a:rPr sz="1800" dirty="0">
                <a:solidFill>
                  <a:srgbClr val="FFFFFF"/>
                </a:solidFill>
                <a:latin typeface="Calibri"/>
                <a:cs typeface="Calibri"/>
              </a:rPr>
              <a:t>INSERT</a:t>
            </a:r>
            <a:r>
              <a:rPr sz="1800" spc="-105" dirty="0">
                <a:solidFill>
                  <a:srgbClr val="FFFFFF"/>
                </a:solidFill>
                <a:latin typeface="Calibri"/>
                <a:cs typeface="Calibri"/>
              </a:rPr>
              <a:t> </a:t>
            </a:r>
            <a:r>
              <a:rPr sz="1800" spc="-10" dirty="0">
                <a:solidFill>
                  <a:srgbClr val="FFFFFF"/>
                </a:solidFill>
                <a:latin typeface="Calibri"/>
                <a:cs typeface="Calibri"/>
              </a:rPr>
              <a:t>INTO</a:t>
            </a:r>
            <a:r>
              <a:rPr sz="1800" spc="-95" dirty="0">
                <a:solidFill>
                  <a:srgbClr val="FFFFFF"/>
                </a:solidFill>
                <a:latin typeface="Calibri"/>
                <a:cs typeface="Calibri"/>
              </a:rPr>
              <a:t> </a:t>
            </a:r>
            <a:r>
              <a:rPr sz="1800" dirty="0">
                <a:solidFill>
                  <a:srgbClr val="FFFFFF"/>
                </a:solidFill>
                <a:latin typeface="Calibri"/>
                <a:cs typeface="Calibri"/>
              </a:rPr>
              <a:t>zoo</a:t>
            </a:r>
            <a:r>
              <a:rPr sz="1800" spc="-55" dirty="0">
                <a:solidFill>
                  <a:srgbClr val="FFFFFF"/>
                </a:solidFill>
                <a:latin typeface="Calibri"/>
                <a:cs typeface="Calibri"/>
              </a:rPr>
              <a:t> </a:t>
            </a:r>
            <a:r>
              <a:rPr sz="1800" spc="-50" dirty="0">
                <a:solidFill>
                  <a:srgbClr val="FFFFFF"/>
                </a:solidFill>
                <a:latin typeface="Calibri"/>
                <a:cs typeface="Calibri"/>
              </a:rPr>
              <a:t>VALUES</a:t>
            </a:r>
            <a:r>
              <a:rPr sz="1800" spc="-65" dirty="0">
                <a:solidFill>
                  <a:srgbClr val="FFFFFF"/>
                </a:solidFill>
                <a:latin typeface="Calibri"/>
                <a:cs typeface="Calibri"/>
              </a:rPr>
              <a:t> </a:t>
            </a:r>
            <a:r>
              <a:rPr sz="1800" dirty="0">
                <a:solidFill>
                  <a:srgbClr val="FFFFFF"/>
                </a:solidFill>
                <a:latin typeface="Calibri"/>
                <a:cs typeface="Calibri"/>
              </a:rPr>
              <a:t>(10009,</a:t>
            </a:r>
            <a:r>
              <a:rPr sz="1800" spc="-30" dirty="0">
                <a:solidFill>
                  <a:srgbClr val="FFFFFF"/>
                </a:solidFill>
                <a:latin typeface="Calibri"/>
                <a:cs typeface="Calibri"/>
              </a:rPr>
              <a:t> </a:t>
            </a:r>
            <a:r>
              <a:rPr sz="1800" spc="-25" dirty="0">
                <a:solidFill>
                  <a:srgbClr val="FFFFFF"/>
                </a:solidFill>
                <a:latin typeface="Calibri"/>
                <a:cs typeface="Calibri"/>
              </a:rPr>
              <a:t>'Indira</a:t>
            </a:r>
            <a:r>
              <a:rPr sz="1800" spc="-55" dirty="0">
                <a:solidFill>
                  <a:srgbClr val="FFFFFF"/>
                </a:solidFill>
                <a:latin typeface="Calibri"/>
                <a:cs typeface="Calibri"/>
              </a:rPr>
              <a:t> </a:t>
            </a:r>
            <a:r>
              <a:rPr sz="1800" dirty="0">
                <a:solidFill>
                  <a:srgbClr val="FFFFFF"/>
                </a:solidFill>
                <a:latin typeface="Calibri"/>
                <a:cs typeface="Calibri"/>
              </a:rPr>
              <a:t>Gandhi</a:t>
            </a:r>
            <a:r>
              <a:rPr sz="1800" spc="-70" dirty="0">
                <a:solidFill>
                  <a:srgbClr val="FFFFFF"/>
                </a:solidFill>
                <a:latin typeface="Calibri"/>
                <a:cs typeface="Calibri"/>
              </a:rPr>
              <a:t> </a:t>
            </a:r>
            <a:r>
              <a:rPr sz="1800" spc="-10" dirty="0">
                <a:solidFill>
                  <a:srgbClr val="FFFFFF"/>
                </a:solidFill>
                <a:latin typeface="Calibri"/>
                <a:cs typeface="Calibri"/>
              </a:rPr>
              <a:t>Zoological</a:t>
            </a:r>
            <a:r>
              <a:rPr sz="1800" spc="-80" dirty="0">
                <a:solidFill>
                  <a:srgbClr val="FFFFFF"/>
                </a:solidFill>
                <a:latin typeface="Calibri"/>
                <a:cs typeface="Calibri"/>
              </a:rPr>
              <a:t> </a:t>
            </a:r>
            <a:r>
              <a:rPr sz="1800" dirty="0">
                <a:solidFill>
                  <a:srgbClr val="FFFFFF"/>
                </a:solidFill>
                <a:latin typeface="Calibri"/>
                <a:cs typeface="Calibri"/>
              </a:rPr>
              <a:t>Park',</a:t>
            </a:r>
            <a:r>
              <a:rPr sz="1800" spc="55" dirty="0">
                <a:solidFill>
                  <a:srgbClr val="FFFFFF"/>
                </a:solidFill>
                <a:latin typeface="Calibri"/>
                <a:cs typeface="Calibri"/>
              </a:rPr>
              <a:t> </a:t>
            </a:r>
            <a:r>
              <a:rPr sz="1800" spc="-10" dirty="0">
                <a:solidFill>
                  <a:srgbClr val="FFFFFF"/>
                </a:solidFill>
                <a:latin typeface="Calibri"/>
                <a:cs typeface="Calibri"/>
              </a:rPr>
              <a:t>'Visakhapatnam',39);</a:t>
            </a:r>
            <a:endParaRPr sz="1800" dirty="0">
              <a:latin typeface="Calibri"/>
              <a:cs typeface="Calibri"/>
            </a:endParaRPr>
          </a:p>
        </p:txBody>
      </p:sp>
      <p:pic>
        <p:nvPicPr>
          <p:cNvPr id="5" name="Picture 4">
            <a:extLst>
              <a:ext uri="{FF2B5EF4-FFF2-40B4-BE49-F238E27FC236}">
                <a16:creationId xmlns:a16="http://schemas.microsoft.com/office/drawing/2014/main" id="{F7996C77-8C94-7AF0-3859-C8C6E24409F9}"/>
              </a:ext>
            </a:extLst>
          </p:cNvPr>
          <p:cNvPicPr>
            <a:picLocks noChangeAspect="1"/>
          </p:cNvPicPr>
          <p:nvPr/>
        </p:nvPicPr>
        <p:blipFill>
          <a:blip r:embed="rId2"/>
          <a:stretch>
            <a:fillRect/>
          </a:stretch>
        </p:blipFill>
        <p:spPr>
          <a:xfrm>
            <a:off x="3276600" y="4419600"/>
            <a:ext cx="4229690" cy="144794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75436" y="1304925"/>
            <a:ext cx="5774055" cy="3866515"/>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alibri"/>
                <a:cs typeface="Calibri"/>
              </a:rPr>
              <a:t>create</a:t>
            </a:r>
            <a:r>
              <a:rPr sz="1800" spc="-80" dirty="0">
                <a:solidFill>
                  <a:srgbClr val="FFFFFF"/>
                </a:solidFill>
                <a:latin typeface="Calibri"/>
                <a:cs typeface="Calibri"/>
              </a:rPr>
              <a:t> </a:t>
            </a:r>
            <a:r>
              <a:rPr sz="1800" dirty="0">
                <a:solidFill>
                  <a:srgbClr val="FFFFFF"/>
                </a:solidFill>
                <a:latin typeface="Calibri"/>
                <a:cs typeface="Calibri"/>
              </a:rPr>
              <a:t>table</a:t>
            </a:r>
            <a:r>
              <a:rPr sz="1800" spc="-5" dirty="0">
                <a:solidFill>
                  <a:srgbClr val="FFFFFF"/>
                </a:solidFill>
                <a:latin typeface="Calibri"/>
                <a:cs typeface="Calibri"/>
              </a:rPr>
              <a:t> </a:t>
            </a:r>
            <a:r>
              <a:rPr sz="1800" spc="-10" dirty="0">
                <a:solidFill>
                  <a:srgbClr val="FFFFFF"/>
                </a:solidFill>
                <a:latin typeface="Calibri"/>
                <a:cs typeface="Calibri"/>
              </a:rPr>
              <a:t>taxonomy(</a:t>
            </a:r>
            <a:endParaRPr sz="1800">
              <a:latin typeface="Calibri"/>
              <a:cs typeface="Calibri"/>
            </a:endParaRPr>
          </a:p>
          <a:p>
            <a:pPr marL="274955" marR="2371090">
              <a:lnSpc>
                <a:spcPct val="100000"/>
              </a:lnSpc>
            </a:pPr>
            <a:r>
              <a:rPr sz="1800" spc="-10" dirty="0">
                <a:solidFill>
                  <a:srgbClr val="FFFFFF"/>
                </a:solidFill>
                <a:latin typeface="Calibri"/>
                <a:cs typeface="Calibri"/>
              </a:rPr>
              <a:t>a_order</a:t>
            </a:r>
            <a:r>
              <a:rPr sz="1800" spc="-55" dirty="0">
                <a:solidFill>
                  <a:srgbClr val="FFFFFF"/>
                </a:solidFill>
                <a:latin typeface="Calibri"/>
                <a:cs typeface="Calibri"/>
              </a:rPr>
              <a:t> </a:t>
            </a:r>
            <a:r>
              <a:rPr sz="1800" spc="-10" dirty="0">
                <a:solidFill>
                  <a:srgbClr val="FFFFFF"/>
                </a:solidFill>
                <a:latin typeface="Calibri"/>
                <a:cs typeface="Calibri"/>
              </a:rPr>
              <a:t>varchar(100)</a:t>
            </a:r>
            <a:r>
              <a:rPr sz="1800" spc="-75" dirty="0">
                <a:solidFill>
                  <a:srgbClr val="FFFFFF"/>
                </a:solidFill>
                <a:latin typeface="Calibri"/>
                <a:cs typeface="Calibri"/>
              </a:rPr>
              <a:t> </a:t>
            </a:r>
            <a:r>
              <a:rPr sz="1800" dirty="0">
                <a:solidFill>
                  <a:srgbClr val="FFFFFF"/>
                </a:solidFill>
                <a:latin typeface="Calibri"/>
                <a:cs typeface="Calibri"/>
              </a:rPr>
              <a:t>primary</a:t>
            </a:r>
            <a:r>
              <a:rPr sz="1800" spc="-25" dirty="0">
                <a:solidFill>
                  <a:srgbClr val="FFFFFF"/>
                </a:solidFill>
                <a:latin typeface="Calibri"/>
                <a:cs typeface="Calibri"/>
              </a:rPr>
              <a:t> </a:t>
            </a:r>
            <a:r>
              <a:rPr sz="1800" spc="-60" dirty="0">
                <a:solidFill>
                  <a:srgbClr val="FFFFFF"/>
                </a:solidFill>
                <a:latin typeface="Calibri"/>
                <a:cs typeface="Calibri"/>
              </a:rPr>
              <a:t>key, </a:t>
            </a:r>
            <a:r>
              <a:rPr sz="1800" dirty="0">
                <a:solidFill>
                  <a:srgbClr val="FFFFFF"/>
                </a:solidFill>
                <a:latin typeface="Calibri"/>
                <a:cs typeface="Calibri"/>
              </a:rPr>
              <a:t>a_class</a:t>
            </a:r>
            <a:r>
              <a:rPr sz="1800" spc="-60" dirty="0">
                <a:solidFill>
                  <a:srgbClr val="FFFFFF"/>
                </a:solidFill>
                <a:latin typeface="Calibri"/>
                <a:cs typeface="Calibri"/>
              </a:rPr>
              <a:t> </a:t>
            </a:r>
            <a:r>
              <a:rPr sz="1800" spc="-10" dirty="0">
                <a:solidFill>
                  <a:srgbClr val="FFFFFF"/>
                </a:solidFill>
                <a:latin typeface="Calibri"/>
                <a:cs typeface="Calibri"/>
              </a:rPr>
              <a:t>varchar(100)</a:t>
            </a:r>
            <a:endParaRPr sz="1800">
              <a:latin typeface="Calibri"/>
              <a:cs typeface="Calibri"/>
            </a:endParaRPr>
          </a:p>
          <a:p>
            <a:pPr marL="12700">
              <a:lnSpc>
                <a:spcPct val="100000"/>
              </a:lnSpc>
            </a:pPr>
            <a:r>
              <a:rPr sz="1800" spc="-25" dirty="0">
                <a:solidFill>
                  <a:srgbClr val="FFFFFF"/>
                </a:solidFill>
                <a:latin typeface="Calibri"/>
                <a:cs typeface="Calibri"/>
              </a:rPr>
              <a:t>);</a:t>
            </a:r>
            <a:endParaRPr sz="1800">
              <a:latin typeface="Calibri"/>
              <a:cs typeface="Calibri"/>
            </a:endParaRPr>
          </a:p>
          <a:p>
            <a:pPr marL="12700" marR="178435" algn="just">
              <a:lnSpc>
                <a:spcPct val="100000"/>
              </a:lnSpc>
            </a:pPr>
            <a:r>
              <a:rPr sz="1800" spc="-10" dirty="0">
                <a:solidFill>
                  <a:srgbClr val="FFFFFF"/>
                </a:solidFill>
                <a:latin typeface="Calibri"/>
                <a:cs typeface="Calibri"/>
              </a:rPr>
              <a:t>INSERT</a:t>
            </a:r>
            <a:r>
              <a:rPr sz="1800" spc="-95" dirty="0">
                <a:solidFill>
                  <a:srgbClr val="FFFFFF"/>
                </a:solidFill>
                <a:latin typeface="Calibri"/>
                <a:cs typeface="Calibri"/>
              </a:rPr>
              <a:t> </a:t>
            </a:r>
            <a:r>
              <a:rPr sz="1800" spc="-20" dirty="0">
                <a:solidFill>
                  <a:srgbClr val="FFFFFF"/>
                </a:solidFill>
                <a:latin typeface="Calibri"/>
                <a:cs typeface="Calibri"/>
              </a:rPr>
              <a:t>INTO</a:t>
            </a:r>
            <a:r>
              <a:rPr sz="1800" spc="-85" dirty="0">
                <a:solidFill>
                  <a:srgbClr val="FFFFFF"/>
                </a:solidFill>
                <a:latin typeface="Calibri"/>
                <a:cs typeface="Calibri"/>
              </a:rPr>
              <a:t> </a:t>
            </a:r>
            <a:r>
              <a:rPr sz="1800" spc="-35" dirty="0">
                <a:solidFill>
                  <a:srgbClr val="FFFFFF"/>
                </a:solidFill>
                <a:latin typeface="Calibri"/>
                <a:cs typeface="Calibri"/>
              </a:rPr>
              <a:t>taxonomy</a:t>
            </a:r>
            <a:r>
              <a:rPr sz="1800" spc="-65" dirty="0">
                <a:solidFill>
                  <a:srgbClr val="FFFFFF"/>
                </a:solidFill>
                <a:latin typeface="Calibri"/>
                <a:cs typeface="Calibri"/>
              </a:rPr>
              <a:t> VALUES</a:t>
            </a:r>
            <a:r>
              <a:rPr sz="1800" spc="-40" dirty="0">
                <a:solidFill>
                  <a:srgbClr val="FFFFFF"/>
                </a:solidFill>
                <a:latin typeface="Calibri"/>
                <a:cs typeface="Calibri"/>
              </a:rPr>
              <a:t> </a:t>
            </a:r>
            <a:r>
              <a:rPr sz="1800" spc="-20" dirty="0">
                <a:solidFill>
                  <a:srgbClr val="FFFFFF"/>
                </a:solidFill>
                <a:latin typeface="Calibri"/>
                <a:cs typeface="Calibri"/>
              </a:rPr>
              <a:t>('Anura',</a:t>
            </a:r>
            <a:r>
              <a:rPr sz="1800" spc="-50" dirty="0">
                <a:solidFill>
                  <a:srgbClr val="FFFFFF"/>
                </a:solidFill>
                <a:latin typeface="Calibri"/>
                <a:cs typeface="Calibri"/>
              </a:rPr>
              <a:t> </a:t>
            </a:r>
            <a:r>
              <a:rPr sz="1800" dirty="0">
                <a:solidFill>
                  <a:srgbClr val="FFFFFF"/>
                </a:solidFill>
                <a:latin typeface="Calibri"/>
                <a:cs typeface="Calibri"/>
              </a:rPr>
              <a:t>'Amphibia’);</a:t>
            </a:r>
            <a:r>
              <a:rPr sz="1800" spc="345" dirty="0">
                <a:solidFill>
                  <a:srgbClr val="FFFFFF"/>
                </a:solidFill>
                <a:latin typeface="Calibri"/>
                <a:cs typeface="Calibri"/>
              </a:rPr>
              <a:t> </a:t>
            </a:r>
            <a:r>
              <a:rPr sz="1800" spc="-10" dirty="0">
                <a:solidFill>
                  <a:srgbClr val="FFFFFF"/>
                </a:solidFill>
                <a:latin typeface="Calibri"/>
                <a:cs typeface="Calibri"/>
              </a:rPr>
              <a:t>INSERT </a:t>
            </a:r>
            <a:r>
              <a:rPr sz="1800" spc="-20" dirty="0">
                <a:solidFill>
                  <a:srgbClr val="FFFFFF"/>
                </a:solidFill>
                <a:latin typeface="Calibri"/>
                <a:cs typeface="Calibri"/>
              </a:rPr>
              <a:t>INTO</a:t>
            </a:r>
            <a:r>
              <a:rPr sz="1800" spc="-85" dirty="0">
                <a:solidFill>
                  <a:srgbClr val="FFFFFF"/>
                </a:solidFill>
                <a:latin typeface="Calibri"/>
                <a:cs typeface="Calibri"/>
              </a:rPr>
              <a:t> </a:t>
            </a:r>
            <a:r>
              <a:rPr sz="1800" spc="-40" dirty="0">
                <a:solidFill>
                  <a:srgbClr val="FFFFFF"/>
                </a:solidFill>
                <a:latin typeface="Calibri"/>
                <a:cs typeface="Calibri"/>
              </a:rPr>
              <a:t>taxonomy</a:t>
            </a:r>
            <a:r>
              <a:rPr sz="1800" spc="-60" dirty="0">
                <a:solidFill>
                  <a:srgbClr val="FFFFFF"/>
                </a:solidFill>
                <a:latin typeface="Calibri"/>
                <a:cs typeface="Calibri"/>
              </a:rPr>
              <a:t> </a:t>
            </a:r>
            <a:r>
              <a:rPr sz="1800" spc="-65" dirty="0">
                <a:solidFill>
                  <a:srgbClr val="FFFFFF"/>
                </a:solidFill>
                <a:latin typeface="Calibri"/>
                <a:cs typeface="Calibri"/>
              </a:rPr>
              <a:t>VALUES</a:t>
            </a:r>
            <a:r>
              <a:rPr sz="1800" spc="-35" dirty="0">
                <a:solidFill>
                  <a:srgbClr val="FFFFFF"/>
                </a:solidFill>
                <a:latin typeface="Calibri"/>
                <a:cs typeface="Calibri"/>
              </a:rPr>
              <a:t> </a:t>
            </a:r>
            <a:r>
              <a:rPr sz="1800" dirty="0">
                <a:solidFill>
                  <a:srgbClr val="FFFFFF"/>
                </a:solidFill>
                <a:latin typeface="Calibri"/>
                <a:cs typeface="Calibri"/>
              </a:rPr>
              <a:t>('Artiodactyla',</a:t>
            </a:r>
            <a:r>
              <a:rPr sz="1800" spc="-5" dirty="0">
                <a:solidFill>
                  <a:srgbClr val="FFFFFF"/>
                </a:solidFill>
                <a:latin typeface="Calibri"/>
                <a:cs typeface="Calibri"/>
              </a:rPr>
              <a:t> </a:t>
            </a:r>
            <a:r>
              <a:rPr sz="1800" dirty="0">
                <a:solidFill>
                  <a:srgbClr val="FFFFFF"/>
                </a:solidFill>
                <a:latin typeface="Calibri"/>
                <a:cs typeface="Calibri"/>
              </a:rPr>
              <a:t>'Mammalia’);</a:t>
            </a:r>
            <a:r>
              <a:rPr sz="1800" spc="380" dirty="0">
                <a:solidFill>
                  <a:srgbClr val="FFFFFF"/>
                </a:solidFill>
                <a:latin typeface="Calibri"/>
                <a:cs typeface="Calibri"/>
              </a:rPr>
              <a:t> </a:t>
            </a:r>
            <a:r>
              <a:rPr sz="1800" spc="-10" dirty="0">
                <a:solidFill>
                  <a:srgbClr val="FFFFFF"/>
                </a:solidFill>
                <a:latin typeface="Calibri"/>
                <a:cs typeface="Calibri"/>
              </a:rPr>
              <a:t>INSERT </a:t>
            </a:r>
            <a:r>
              <a:rPr sz="1800" spc="-20" dirty="0">
                <a:solidFill>
                  <a:srgbClr val="FFFFFF"/>
                </a:solidFill>
                <a:latin typeface="Calibri"/>
                <a:cs typeface="Calibri"/>
              </a:rPr>
              <a:t>INTO</a:t>
            </a:r>
            <a:r>
              <a:rPr sz="1800" spc="-95" dirty="0">
                <a:solidFill>
                  <a:srgbClr val="FFFFFF"/>
                </a:solidFill>
                <a:latin typeface="Calibri"/>
                <a:cs typeface="Calibri"/>
              </a:rPr>
              <a:t> </a:t>
            </a:r>
            <a:r>
              <a:rPr sz="1800" spc="-40" dirty="0">
                <a:solidFill>
                  <a:srgbClr val="FFFFFF"/>
                </a:solidFill>
                <a:latin typeface="Calibri"/>
                <a:cs typeface="Calibri"/>
              </a:rPr>
              <a:t>taxonomy</a:t>
            </a:r>
            <a:r>
              <a:rPr sz="1800" spc="-65" dirty="0">
                <a:solidFill>
                  <a:srgbClr val="FFFFFF"/>
                </a:solidFill>
                <a:latin typeface="Calibri"/>
                <a:cs typeface="Calibri"/>
              </a:rPr>
              <a:t> VALUES</a:t>
            </a:r>
            <a:r>
              <a:rPr sz="1800" spc="-35" dirty="0">
                <a:solidFill>
                  <a:srgbClr val="FFFFFF"/>
                </a:solidFill>
                <a:latin typeface="Calibri"/>
                <a:cs typeface="Calibri"/>
              </a:rPr>
              <a:t> </a:t>
            </a:r>
            <a:r>
              <a:rPr sz="1800" dirty="0">
                <a:solidFill>
                  <a:srgbClr val="FFFFFF"/>
                </a:solidFill>
                <a:latin typeface="Calibri"/>
                <a:cs typeface="Calibri"/>
              </a:rPr>
              <a:t>('Cardiida',</a:t>
            </a:r>
            <a:r>
              <a:rPr sz="1800" spc="5" dirty="0">
                <a:solidFill>
                  <a:srgbClr val="FFFFFF"/>
                </a:solidFill>
                <a:latin typeface="Calibri"/>
                <a:cs typeface="Calibri"/>
              </a:rPr>
              <a:t> </a:t>
            </a:r>
            <a:r>
              <a:rPr sz="1800" spc="-10" dirty="0">
                <a:solidFill>
                  <a:srgbClr val="FFFFFF"/>
                </a:solidFill>
                <a:latin typeface="Calibri"/>
                <a:cs typeface="Calibri"/>
              </a:rPr>
              <a:t>'invertebrate’);</a:t>
            </a:r>
            <a:endParaRPr sz="1800">
              <a:latin typeface="Calibri"/>
              <a:cs typeface="Calibri"/>
            </a:endParaRPr>
          </a:p>
          <a:p>
            <a:pPr marL="12700" marR="5080">
              <a:lnSpc>
                <a:spcPct val="100000"/>
              </a:lnSpc>
            </a:pPr>
            <a:r>
              <a:rPr sz="1800" spc="-10" dirty="0">
                <a:solidFill>
                  <a:srgbClr val="FFFFFF"/>
                </a:solidFill>
                <a:latin typeface="Calibri"/>
                <a:cs typeface="Calibri"/>
              </a:rPr>
              <a:t>INSERT</a:t>
            </a:r>
            <a:r>
              <a:rPr sz="1800" spc="-60" dirty="0">
                <a:solidFill>
                  <a:srgbClr val="FFFFFF"/>
                </a:solidFill>
                <a:latin typeface="Calibri"/>
                <a:cs typeface="Calibri"/>
              </a:rPr>
              <a:t> </a:t>
            </a:r>
            <a:r>
              <a:rPr sz="1800" spc="-20" dirty="0">
                <a:solidFill>
                  <a:srgbClr val="FFFFFF"/>
                </a:solidFill>
                <a:latin typeface="Calibri"/>
                <a:cs typeface="Calibri"/>
              </a:rPr>
              <a:t>INTO</a:t>
            </a:r>
            <a:r>
              <a:rPr sz="1800" spc="-70" dirty="0">
                <a:solidFill>
                  <a:srgbClr val="FFFFFF"/>
                </a:solidFill>
                <a:latin typeface="Calibri"/>
                <a:cs typeface="Calibri"/>
              </a:rPr>
              <a:t> </a:t>
            </a:r>
            <a:r>
              <a:rPr sz="1800" spc="-40" dirty="0">
                <a:solidFill>
                  <a:srgbClr val="FFFFFF"/>
                </a:solidFill>
                <a:latin typeface="Calibri"/>
                <a:cs typeface="Calibri"/>
              </a:rPr>
              <a:t>taxonomy</a:t>
            </a:r>
            <a:r>
              <a:rPr sz="1800" spc="-25"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spc="-20" dirty="0">
                <a:solidFill>
                  <a:srgbClr val="FFFFFF"/>
                </a:solidFill>
                <a:latin typeface="Calibri"/>
                <a:cs typeface="Calibri"/>
              </a:rPr>
              <a:t>('Carnivora',</a:t>
            </a:r>
            <a:r>
              <a:rPr sz="1800" spc="15" dirty="0">
                <a:solidFill>
                  <a:srgbClr val="FFFFFF"/>
                </a:solidFill>
                <a:latin typeface="Calibri"/>
                <a:cs typeface="Calibri"/>
              </a:rPr>
              <a:t> </a:t>
            </a:r>
            <a:r>
              <a:rPr sz="1800" spc="-10" dirty="0">
                <a:solidFill>
                  <a:srgbClr val="FFFFFF"/>
                </a:solidFill>
                <a:latin typeface="Calibri"/>
                <a:cs typeface="Calibri"/>
              </a:rPr>
              <a:t>'Mammalia’); INSERT</a:t>
            </a:r>
            <a:r>
              <a:rPr sz="1800" spc="-45" dirty="0">
                <a:solidFill>
                  <a:srgbClr val="FFFFFF"/>
                </a:solidFill>
                <a:latin typeface="Calibri"/>
                <a:cs typeface="Calibri"/>
              </a:rPr>
              <a:t> </a:t>
            </a:r>
            <a:r>
              <a:rPr sz="1800" spc="-20" dirty="0">
                <a:solidFill>
                  <a:srgbClr val="FFFFFF"/>
                </a:solidFill>
                <a:latin typeface="Calibri"/>
                <a:cs typeface="Calibri"/>
              </a:rPr>
              <a:t>INTO</a:t>
            </a:r>
            <a:r>
              <a:rPr sz="1800" spc="-60" dirty="0">
                <a:solidFill>
                  <a:srgbClr val="FFFFFF"/>
                </a:solidFill>
                <a:latin typeface="Calibri"/>
                <a:cs typeface="Calibri"/>
              </a:rPr>
              <a:t> </a:t>
            </a:r>
            <a:r>
              <a:rPr sz="1800" spc="-40" dirty="0">
                <a:solidFill>
                  <a:srgbClr val="FFFFFF"/>
                </a:solidFill>
                <a:latin typeface="Calibri"/>
                <a:cs typeface="Calibri"/>
              </a:rPr>
              <a:t>taxonomy</a:t>
            </a:r>
            <a:r>
              <a:rPr sz="1800" spc="-15"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spc="-10" dirty="0">
                <a:solidFill>
                  <a:srgbClr val="FFFFFF"/>
                </a:solidFill>
                <a:latin typeface="Calibri"/>
                <a:cs typeface="Calibri"/>
              </a:rPr>
              <a:t>('Casuariiformes',</a:t>
            </a:r>
            <a:r>
              <a:rPr sz="1800" spc="-55" dirty="0">
                <a:solidFill>
                  <a:srgbClr val="FFFFFF"/>
                </a:solidFill>
                <a:latin typeface="Calibri"/>
                <a:cs typeface="Calibri"/>
              </a:rPr>
              <a:t> </a:t>
            </a:r>
            <a:r>
              <a:rPr sz="1800" spc="-10" dirty="0">
                <a:solidFill>
                  <a:srgbClr val="FFFFFF"/>
                </a:solidFill>
                <a:latin typeface="Calibri"/>
                <a:cs typeface="Calibri"/>
              </a:rPr>
              <a:t>'Aves’); INSERT</a:t>
            </a:r>
            <a:r>
              <a:rPr sz="1800" spc="-50"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40" dirty="0">
                <a:solidFill>
                  <a:srgbClr val="FFFFFF"/>
                </a:solidFill>
                <a:latin typeface="Calibri"/>
                <a:cs typeface="Calibri"/>
              </a:rPr>
              <a:t>taxonomy</a:t>
            </a:r>
            <a:r>
              <a:rPr sz="1800" spc="-15"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spc="-10" dirty="0">
                <a:solidFill>
                  <a:srgbClr val="FFFFFF"/>
                </a:solidFill>
                <a:latin typeface="Calibri"/>
                <a:cs typeface="Calibri"/>
              </a:rPr>
              <a:t>('Ciconiiformes',</a:t>
            </a:r>
            <a:r>
              <a:rPr sz="1800" spc="-60" dirty="0">
                <a:solidFill>
                  <a:srgbClr val="FFFFFF"/>
                </a:solidFill>
                <a:latin typeface="Calibri"/>
                <a:cs typeface="Calibri"/>
              </a:rPr>
              <a:t> </a:t>
            </a:r>
            <a:r>
              <a:rPr sz="1800" spc="-10" dirty="0">
                <a:solidFill>
                  <a:srgbClr val="FFFFFF"/>
                </a:solidFill>
                <a:latin typeface="Calibri"/>
                <a:cs typeface="Calibri"/>
              </a:rPr>
              <a:t>'Aves’);</a:t>
            </a:r>
            <a:r>
              <a:rPr sz="1800" spc="500" dirty="0">
                <a:solidFill>
                  <a:srgbClr val="FFFFFF"/>
                </a:solidFill>
                <a:latin typeface="Calibri"/>
                <a:cs typeface="Calibri"/>
              </a:rPr>
              <a:t> </a:t>
            </a:r>
            <a:r>
              <a:rPr sz="1800" spc="-10" dirty="0">
                <a:solidFill>
                  <a:srgbClr val="FFFFFF"/>
                </a:solidFill>
                <a:latin typeface="Calibri"/>
                <a:cs typeface="Calibri"/>
              </a:rPr>
              <a:t>INSERT</a:t>
            </a:r>
            <a:r>
              <a:rPr sz="1800" spc="-90"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spc="-35" dirty="0">
                <a:solidFill>
                  <a:srgbClr val="FFFFFF"/>
                </a:solidFill>
                <a:latin typeface="Calibri"/>
                <a:cs typeface="Calibri"/>
              </a:rPr>
              <a:t>taxonomy</a:t>
            </a:r>
            <a:r>
              <a:rPr sz="1800" spc="-45"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spc="-10" dirty="0">
                <a:solidFill>
                  <a:srgbClr val="FFFFFF"/>
                </a:solidFill>
                <a:latin typeface="Calibri"/>
                <a:cs typeface="Calibri"/>
              </a:rPr>
              <a:t>('Crocodilia',</a:t>
            </a:r>
            <a:r>
              <a:rPr sz="1800" spc="-60" dirty="0">
                <a:solidFill>
                  <a:srgbClr val="FFFFFF"/>
                </a:solidFill>
                <a:latin typeface="Calibri"/>
                <a:cs typeface="Calibri"/>
              </a:rPr>
              <a:t> </a:t>
            </a:r>
            <a:r>
              <a:rPr sz="1800" dirty="0">
                <a:solidFill>
                  <a:srgbClr val="FFFFFF"/>
                </a:solidFill>
                <a:latin typeface="Calibri"/>
                <a:cs typeface="Calibri"/>
              </a:rPr>
              <a:t>'Reptilia’);</a:t>
            </a:r>
            <a:r>
              <a:rPr sz="1800" spc="330" dirty="0">
                <a:solidFill>
                  <a:srgbClr val="FFFFFF"/>
                </a:solidFill>
                <a:latin typeface="Calibri"/>
                <a:cs typeface="Calibri"/>
              </a:rPr>
              <a:t> </a:t>
            </a:r>
            <a:r>
              <a:rPr sz="1800" spc="-10" dirty="0">
                <a:solidFill>
                  <a:srgbClr val="FFFFFF"/>
                </a:solidFill>
                <a:latin typeface="Calibri"/>
                <a:cs typeface="Calibri"/>
              </a:rPr>
              <a:t>INSERT </a:t>
            </a:r>
            <a:r>
              <a:rPr sz="1800" spc="-20" dirty="0">
                <a:solidFill>
                  <a:srgbClr val="FFFFFF"/>
                </a:solidFill>
                <a:latin typeface="Calibri"/>
                <a:cs typeface="Calibri"/>
              </a:rPr>
              <a:t>INTO</a:t>
            </a:r>
            <a:r>
              <a:rPr sz="1800" spc="-85" dirty="0">
                <a:solidFill>
                  <a:srgbClr val="FFFFFF"/>
                </a:solidFill>
                <a:latin typeface="Calibri"/>
                <a:cs typeface="Calibri"/>
              </a:rPr>
              <a:t> </a:t>
            </a:r>
            <a:r>
              <a:rPr sz="1800" spc="-40" dirty="0">
                <a:solidFill>
                  <a:srgbClr val="FFFFFF"/>
                </a:solidFill>
                <a:latin typeface="Calibri"/>
                <a:cs typeface="Calibri"/>
              </a:rPr>
              <a:t>taxonomy</a:t>
            </a:r>
            <a:r>
              <a:rPr sz="1800" spc="-65" dirty="0">
                <a:solidFill>
                  <a:srgbClr val="FFFFFF"/>
                </a:solidFill>
                <a:latin typeface="Calibri"/>
                <a:cs typeface="Calibri"/>
              </a:rPr>
              <a:t> VALUES</a:t>
            </a:r>
            <a:r>
              <a:rPr sz="1800" spc="-35" dirty="0">
                <a:solidFill>
                  <a:srgbClr val="FFFFFF"/>
                </a:solidFill>
                <a:latin typeface="Calibri"/>
                <a:cs typeface="Calibri"/>
              </a:rPr>
              <a:t> </a:t>
            </a:r>
            <a:r>
              <a:rPr sz="1800" spc="-10" dirty="0">
                <a:solidFill>
                  <a:srgbClr val="FFFFFF"/>
                </a:solidFill>
                <a:latin typeface="Calibri"/>
                <a:cs typeface="Calibri"/>
              </a:rPr>
              <a:t>('Cyclopoida',</a:t>
            </a:r>
            <a:r>
              <a:rPr sz="1800" spc="-20" dirty="0">
                <a:solidFill>
                  <a:srgbClr val="FFFFFF"/>
                </a:solidFill>
                <a:latin typeface="Calibri"/>
                <a:cs typeface="Calibri"/>
              </a:rPr>
              <a:t> </a:t>
            </a:r>
            <a:r>
              <a:rPr sz="1800" dirty="0">
                <a:solidFill>
                  <a:srgbClr val="FFFFFF"/>
                </a:solidFill>
                <a:latin typeface="Calibri"/>
                <a:cs typeface="Calibri"/>
              </a:rPr>
              <a:t>'Hexanauplia’);</a:t>
            </a:r>
            <a:r>
              <a:rPr sz="1800" spc="310" dirty="0">
                <a:solidFill>
                  <a:srgbClr val="FFFFFF"/>
                </a:solidFill>
                <a:latin typeface="Calibri"/>
                <a:cs typeface="Calibri"/>
              </a:rPr>
              <a:t> </a:t>
            </a:r>
            <a:r>
              <a:rPr sz="1800" spc="-10" dirty="0">
                <a:solidFill>
                  <a:srgbClr val="FFFFFF"/>
                </a:solidFill>
                <a:latin typeface="Calibri"/>
                <a:cs typeface="Calibri"/>
              </a:rPr>
              <a:t>INSERT </a:t>
            </a:r>
            <a:r>
              <a:rPr sz="1800" spc="-20" dirty="0">
                <a:solidFill>
                  <a:srgbClr val="FFFFFF"/>
                </a:solidFill>
                <a:latin typeface="Calibri"/>
                <a:cs typeface="Calibri"/>
              </a:rPr>
              <a:t>INTO</a:t>
            </a:r>
            <a:r>
              <a:rPr sz="1800" spc="-85" dirty="0">
                <a:solidFill>
                  <a:srgbClr val="FFFFFF"/>
                </a:solidFill>
                <a:latin typeface="Calibri"/>
                <a:cs typeface="Calibri"/>
              </a:rPr>
              <a:t> </a:t>
            </a:r>
            <a:r>
              <a:rPr sz="1800" spc="-40" dirty="0">
                <a:solidFill>
                  <a:srgbClr val="FFFFFF"/>
                </a:solidFill>
                <a:latin typeface="Calibri"/>
                <a:cs typeface="Calibri"/>
              </a:rPr>
              <a:t>taxonomy </a:t>
            </a:r>
            <a:r>
              <a:rPr sz="1800" spc="-65" dirty="0">
                <a:solidFill>
                  <a:srgbClr val="FFFFFF"/>
                </a:solidFill>
                <a:latin typeface="Calibri"/>
                <a:cs typeface="Calibri"/>
              </a:rPr>
              <a:t>VALUES</a:t>
            </a:r>
            <a:r>
              <a:rPr sz="1800" spc="-40" dirty="0">
                <a:solidFill>
                  <a:srgbClr val="FFFFFF"/>
                </a:solidFill>
                <a:latin typeface="Calibri"/>
                <a:cs typeface="Calibri"/>
              </a:rPr>
              <a:t> </a:t>
            </a:r>
            <a:r>
              <a:rPr sz="1800" spc="-10" dirty="0">
                <a:solidFill>
                  <a:srgbClr val="FFFFFF"/>
                </a:solidFill>
                <a:latin typeface="Calibri"/>
                <a:cs typeface="Calibri"/>
              </a:rPr>
              <a:t>('Decapoda',</a:t>
            </a:r>
            <a:r>
              <a:rPr sz="1800" spc="-50" dirty="0">
                <a:solidFill>
                  <a:srgbClr val="FFFFFF"/>
                </a:solidFill>
                <a:latin typeface="Calibri"/>
                <a:cs typeface="Calibri"/>
              </a:rPr>
              <a:t> </a:t>
            </a:r>
            <a:r>
              <a:rPr sz="1800" spc="-20" dirty="0">
                <a:solidFill>
                  <a:srgbClr val="FFFFFF"/>
                </a:solidFill>
                <a:latin typeface="Calibri"/>
                <a:cs typeface="Calibri"/>
              </a:rPr>
              <a:t>'invertebrate’);</a:t>
            </a:r>
            <a:r>
              <a:rPr sz="1800" spc="320" dirty="0">
                <a:solidFill>
                  <a:srgbClr val="FFFFFF"/>
                </a:solidFill>
                <a:latin typeface="Calibri"/>
                <a:cs typeface="Calibri"/>
              </a:rPr>
              <a:t> </a:t>
            </a:r>
            <a:r>
              <a:rPr sz="1800" spc="-10" dirty="0">
                <a:solidFill>
                  <a:srgbClr val="FFFFFF"/>
                </a:solidFill>
                <a:latin typeface="Calibri"/>
                <a:cs typeface="Calibri"/>
              </a:rPr>
              <a:t>INSERT </a:t>
            </a:r>
            <a:r>
              <a:rPr sz="1800" spc="-20" dirty="0">
                <a:solidFill>
                  <a:srgbClr val="FFFFFF"/>
                </a:solidFill>
                <a:latin typeface="Calibri"/>
                <a:cs typeface="Calibri"/>
              </a:rPr>
              <a:t>INTO</a:t>
            </a:r>
            <a:r>
              <a:rPr sz="1800" spc="-85" dirty="0">
                <a:solidFill>
                  <a:srgbClr val="FFFFFF"/>
                </a:solidFill>
                <a:latin typeface="Calibri"/>
                <a:cs typeface="Calibri"/>
              </a:rPr>
              <a:t> </a:t>
            </a:r>
            <a:r>
              <a:rPr sz="1800" spc="-40" dirty="0">
                <a:solidFill>
                  <a:srgbClr val="FFFFFF"/>
                </a:solidFill>
                <a:latin typeface="Calibri"/>
                <a:cs typeface="Calibri"/>
              </a:rPr>
              <a:t>taxonomy</a:t>
            </a:r>
            <a:r>
              <a:rPr sz="1800" spc="-65" dirty="0">
                <a:solidFill>
                  <a:srgbClr val="FFFFFF"/>
                </a:solidFill>
                <a:latin typeface="Calibri"/>
                <a:cs typeface="Calibri"/>
              </a:rPr>
              <a:t> VALUES</a:t>
            </a:r>
            <a:r>
              <a:rPr sz="1800" spc="-35" dirty="0">
                <a:solidFill>
                  <a:srgbClr val="FFFFFF"/>
                </a:solidFill>
                <a:latin typeface="Calibri"/>
                <a:cs typeface="Calibri"/>
              </a:rPr>
              <a:t> </a:t>
            </a:r>
            <a:r>
              <a:rPr sz="1800" spc="-10" dirty="0">
                <a:solidFill>
                  <a:srgbClr val="FFFFFF"/>
                </a:solidFill>
                <a:latin typeface="Calibri"/>
                <a:cs typeface="Calibri"/>
              </a:rPr>
              <a:t>('Galliformes',</a:t>
            </a:r>
            <a:r>
              <a:rPr sz="1800" spc="40" dirty="0">
                <a:solidFill>
                  <a:srgbClr val="FFFFFF"/>
                </a:solidFill>
                <a:latin typeface="Calibri"/>
                <a:cs typeface="Calibri"/>
              </a:rPr>
              <a:t> </a:t>
            </a:r>
            <a:r>
              <a:rPr sz="1800" spc="-10" dirty="0">
                <a:solidFill>
                  <a:srgbClr val="FFFFFF"/>
                </a:solidFill>
                <a:latin typeface="Calibri"/>
                <a:cs typeface="Calibri"/>
              </a:rPr>
              <a:t>'Aves’);</a:t>
            </a:r>
            <a:endParaRPr sz="1800">
              <a:latin typeface="Calibri"/>
              <a:cs typeface="Calibri"/>
            </a:endParaRPr>
          </a:p>
        </p:txBody>
      </p:sp>
      <p:pic>
        <p:nvPicPr>
          <p:cNvPr id="5" name="Picture 4">
            <a:extLst>
              <a:ext uri="{FF2B5EF4-FFF2-40B4-BE49-F238E27FC236}">
                <a16:creationId xmlns:a16="http://schemas.microsoft.com/office/drawing/2014/main" id="{84920AD3-BDE3-81AE-84BB-BF32728DF6B1}"/>
              </a:ext>
            </a:extLst>
          </p:cNvPr>
          <p:cNvPicPr>
            <a:picLocks noChangeAspect="1"/>
          </p:cNvPicPr>
          <p:nvPr/>
        </p:nvPicPr>
        <p:blipFill>
          <a:blip r:embed="rId2"/>
          <a:stretch>
            <a:fillRect/>
          </a:stretch>
        </p:blipFill>
        <p:spPr>
          <a:xfrm>
            <a:off x="8153400" y="1447800"/>
            <a:ext cx="2895600" cy="386651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9819" y="1068451"/>
            <a:ext cx="9478010" cy="4682490"/>
          </a:xfrm>
          <a:prstGeom prst="rect">
            <a:avLst/>
          </a:prstGeom>
        </p:spPr>
        <p:txBody>
          <a:bodyPr vert="horz" wrap="square" lIns="0" tIns="12700" rIns="0" bIns="0" rtlCol="0">
            <a:spAutoFit/>
          </a:bodyPr>
          <a:lstStyle/>
          <a:p>
            <a:pPr marL="12700" marR="7173595">
              <a:lnSpc>
                <a:spcPct val="100000"/>
              </a:lnSpc>
              <a:spcBef>
                <a:spcPts val="100"/>
              </a:spcBef>
            </a:pPr>
            <a:r>
              <a:rPr sz="1800" spc="-25" dirty="0">
                <a:solidFill>
                  <a:srgbClr val="FFFFFF"/>
                </a:solidFill>
                <a:latin typeface="Calibri"/>
                <a:cs typeface="Calibri"/>
              </a:rPr>
              <a:t>create</a:t>
            </a:r>
            <a:r>
              <a:rPr sz="1800" spc="-80" dirty="0">
                <a:solidFill>
                  <a:srgbClr val="FFFFFF"/>
                </a:solidFill>
                <a:latin typeface="Calibri"/>
                <a:cs typeface="Calibri"/>
              </a:rPr>
              <a:t> </a:t>
            </a:r>
            <a:r>
              <a:rPr sz="1800" dirty="0">
                <a:solidFill>
                  <a:srgbClr val="FFFFFF"/>
                </a:solidFill>
                <a:latin typeface="Calibri"/>
                <a:cs typeface="Calibri"/>
              </a:rPr>
              <a:t>table</a:t>
            </a:r>
            <a:r>
              <a:rPr sz="1800" spc="5" dirty="0">
                <a:solidFill>
                  <a:srgbClr val="FFFFFF"/>
                </a:solidFill>
                <a:latin typeface="Calibri"/>
                <a:cs typeface="Calibri"/>
              </a:rPr>
              <a:t> </a:t>
            </a:r>
            <a:r>
              <a:rPr sz="1800" spc="-10" dirty="0">
                <a:solidFill>
                  <a:srgbClr val="FFFFFF"/>
                </a:solidFill>
                <a:latin typeface="Calibri"/>
                <a:cs typeface="Calibri"/>
              </a:rPr>
              <a:t>animal_kind </a:t>
            </a:r>
            <a:r>
              <a:rPr sz="1800" spc="-50" dirty="0">
                <a:solidFill>
                  <a:srgbClr val="FFFFFF"/>
                </a:solidFill>
                <a:latin typeface="Calibri"/>
                <a:cs typeface="Calibri"/>
              </a:rPr>
              <a:t>(</a:t>
            </a:r>
            <a:endParaRPr sz="1800" dirty="0">
              <a:latin typeface="Calibri"/>
              <a:cs typeface="Calibri"/>
            </a:endParaRPr>
          </a:p>
          <a:p>
            <a:pPr marL="12700" marR="6336030" indent="51435">
              <a:lnSpc>
                <a:spcPct val="100000"/>
              </a:lnSpc>
            </a:pPr>
            <a:r>
              <a:rPr sz="1800" dirty="0" err="1">
                <a:solidFill>
                  <a:srgbClr val="FFFFFF"/>
                </a:solidFill>
                <a:latin typeface="Calibri"/>
                <a:cs typeface="Calibri"/>
              </a:rPr>
              <a:t>animalk_id</a:t>
            </a:r>
            <a:r>
              <a:rPr sz="1800" spc="-80" dirty="0">
                <a:solidFill>
                  <a:srgbClr val="FFFFFF"/>
                </a:solidFill>
                <a:latin typeface="Calibri"/>
                <a:cs typeface="Calibri"/>
              </a:rPr>
              <a:t> </a:t>
            </a:r>
            <a:r>
              <a:rPr lang="en-US" sz="1800" dirty="0">
                <a:solidFill>
                  <a:srgbClr val="FFFFFF"/>
                </a:solidFill>
                <a:latin typeface="Calibri"/>
                <a:cs typeface="Calibri"/>
              </a:rPr>
              <a:t>INT </a:t>
            </a:r>
            <a:r>
              <a:rPr sz="1800" dirty="0">
                <a:solidFill>
                  <a:srgbClr val="FFFFFF"/>
                </a:solidFill>
                <a:latin typeface="Calibri"/>
                <a:cs typeface="Calibri"/>
              </a:rPr>
              <a:t>primary</a:t>
            </a:r>
            <a:r>
              <a:rPr sz="1800" spc="-55" dirty="0">
                <a:solidFill>
                  <a:srgbClr val="FFFFFF"/>
                </a:solidFill>
                <a:latin typeface="Calibri"/>
                <a:cs typeface="Calibri"/>
              </a:rPr>
              <a:t> </a:t>
            </a:r>
            <a:r>
              <a:rPr sz="1800" spc="-80" dirty="0">
                <a:solidFill>
                  <a:srgbClr val="FFFFFF"/>
                </a:solidFill>
                <a:latin typeface="Calibri"/>
                <a:cs typeface="Calibri"/>
              </a:rPr>
              <a:t>key, </a:t>
            </a:r>
            <a:r>
              <a:rPr sz="1800" spc="-25" dirty="0">
                <a:solidFill>
                  <a:srgbClr val="FFFFFF"/>
                </a:solidFill>
                <a:latin typeface="Calibri"/>
                <a:cs typeface="Calibri"/>
              </a:rPr>
              <a:t>general_name </a:t>
            </a:r>
            <a:r>
              <a:rPr sz="1800" spc="-10" dirty="0">
                <a:solidFill>
                  <a:srgbClr val="FFFFFF"/>
                </a:solidFill>
                <a:latin typeface="Calibri"/>
                <a:cs typeface="Calibri"/>
              </a:rPr>
              <a:t>varchar(100), </a:t>
            </a:r>
            <a:r>
              <a:rPr sz="1800" dirty="0">
                <a:solidFill>
                  <a:srgbClr val="FFFFFF"/>
                </a:solidFill>
                <a:latin typeface="Calibri"/>
                <a:cs typeface="Calibri"/>
              </a:rPr>
              <a:t>species</a:t>
            </a:r>
            <a:r>
              <a:rPr sz="1800" spc="-85" dirty="0">
                <a:solidFill>
                  <a:srgbClr val="FFFFFF"/>
                </a:solidFill>
                <a:latin typeface="Calibri"/>
                <a:cs typeface="Calibri"/>
              </a:rPr>
              <a:t> </a:t>
            </a:r>
            <a:r>
              <a:rPr sz="1800" spc="-10" dirty="0">
                <a:solidFill>
                  <a:srgbClr val="FFFFFF"/>
                </a:solidFill>
                <a:latin typeface="Calibri"/>
                <a:cs typeface="Calibri"/>
              </a:rPr>
              <a:t>varchar(100),</a:t>
            </a:r>
            <a:endParaRPr sz="1800" dirty="0">
              <a:latin typeface="Calibri"/>
              <a:cs typeface="Calibri"/>
            </a:endParaRPr>
          </a:p>
          <a:p>
            <a:pPr marL="12700">
              <a:lnSpc>
                <a:spcPct val="100000"/>
              </a:lnSpc>
            </a:pPr>
            <a:r>
              <a:rPr sz="1800" spc="-10" dirty="0">
                <a:solidFill>
                  <a:srgbClr val="FFFFFF"/>
                </a:solidFill>
                <a:latin typeface="Calibri"/>
                <a:cs typeface="Calibri"/>
              </a:rPr>
              <a:t>a_order</a:t>
            </a:r>
            <a:r>
              <a:rPr sz="1800" spc="-45" dirty="0">
                <a:solidFill>
                  <a:srgbClr val="FFFFFF"/>
                </a:solidFill>
                <a:latin typeface="Calibri"/>
                <a:cs typeface="Calibri"/>
              </a:rPr>
              <a:t> </a:t>
            </a:r>
            <a:r>
              <a:rPr sz="1800" spc="-10" dirty="0">
                <a:solidFill>
                  <a:srgbClr val="FFFFFF"/>
                </a:solidFill>
                <a:latin typeface="Calibri"/>
                <a:cs typeface="Calibri"/>
              </a:rPr>
              <a:t>varchar(100),</a:t>
            </a:r>
            <a:endParaRPr sz="1800" dirty="0">
              <a:latin typeface="Calibri"/>
              <a:cs typeface="Calibri"/>
            </a:endParaRPr>
          </a:p>
          <a:p>
            <a:pPr marL="12700" marR="4696460">
              <a:lnSpc>
                <a:spcPct val="100000"/>
              </a:lnSpc>
            </a:pPr>
            <a:r>
              <a:rPr sz="1800" spc="-25" dirty="0">
                <a:solidFill>
                  <a:srgbClr val="FFFFFF"/>
                </a:solidFill>
                <a:latin typeface="Calibri"/>
                <a:cs typeface="Calibri"/>
              </a:rPr>
              <a:t>foreign</a:t>
            </a:r>
            <a:r>
              <a:rPr sz="1800" spc="-80" dirty="0">
                <a:solidFill>
                  <a:srgbClr val="FFFFFF"/>
                </a:solidFill>
                <a:latin typeface="Calibri"/>
                <a:cs typeface="Calibri"/>
              </a:rPr>
              <a:t> </a:t>
            </a:r>
            <a:r>
              <a:rPr sz="1800" spc="-25" dirty="0">
                <a:solidFill>
                  <a:srgbClr val="FFFFFF"/>
                </a:solidFill>
                <a:latin typeface="Calibri"/>
                <a:cs typeface="Calibri"/>
              </a:rPr>
              <a:t>key(a_order)</a:t>
            </a:r>
            <a:r>
              <a:rPr sz="1800" spc="-35" dirty="0">
                <a:solidFill>
                  <a:srgbClr val="FFFFFF"/>
                </a:solidFill>
                <a:latin typeface="Calibri"/>
                <a:cs typeface="Calibri"/>
              </a:rPr>
              <a:t> </a:t>
            </a:r>
            <a:r>
              <a:rPr sz="1800" spc="-25" dirty="0">
                <a:solidFill>
                  <a:srgbClr val="FFFFFF"/>
                </a:solidFill>
                <a:latin typeface="Calibri"/>
                <a:cs typeface="Calibri"/>
              </a:rPr>
              <a:t>references</a:t>
            </a:r>
            <a:r>
              <a:rPr sz="1800" spc="90" dirty="0">
                <a:solidFill>
                  <a:srgbClr val="FFFFFF"/>
                </a:solidFill>
                <a:latin typeface="Calibri"/>
                <a:cs typeface="Calibri"/>
              </a:rPr>
              <a:t> </a:t>
            </a:r>
            <a:r>
              <a:rPr sz="1800" spc="-20" dirty="0">
                <a:solidFill>
                  <a:srgbClr val="FFFFFF"/>
                </a:solidFill>
                <a:latin typeface="Calibri"/>
                <a:cs typeface="Calibri"/>
              </a:rPr>
              <a:t>taxonomy(a_order), status</a:t>
            </a:r>
            <a:r>
              <a:rPr sz="1800" spc="-50" dirty="0">
                <a:solidFill>
                  <a:srgbClr val="FFFFFF"/>
                </a:solidFill>
                <a:latin typeface="Calibri"/>
                <a:cs typeface="Calibri"/>
              </a:rPr>
              <a:t> </a:t>
            </a:r>
            <a:r>
              <a:rPr sz="1800" spc="-10" dirty="0">
                <a:solidFill>
                  <a:srgbClr val="FFFFFF"/>
                </a:solidFill>
                <a:latin typeface="Calibri"/>
                <a:cs typeface="Calibri"/>
              </a:rPr>
              <a:t>varchar(10)</a:t>
            </a:r>
            <a:endParaRPr sz="1800" dirty="0">
              <a:latin typeface="Calibri"/>
              <a:cs typeface="Calibri"/>
            </a:endParaRPr>
          </a:p>
          <a:p>
            <a:pPr marL="12700">
              <a:lnSpc>
                <a:spcPct val="100000"/>
              </a:lnSpc>
            </a:pPr>
            <a:r>
              <a:rPr sz="1800" spc="-25" dirty="0">
                <a:solidFill>
                  <a:srgbClr val="FFFFFF"/>
                </a:solidFill>
                <a:latin typeface="Calibri"/>
                <a:cs typeface="Calibri"/>
              </a:rPr>
              <a:t>);</a:t>
            </a:r>
            <a:endParaRPr sz="1800" dirty="0">
              <a:latin typeface="Calibri"/>
              <a:cs typeface="Calibri"/>
            </a:endParaRPr>
          </a:p>
          <a:p>
            <a:pPr marL="12700" marR="470534">
              <a:lnSpc>
                <a:spcPct val="100000"/>
              </a:lnSpc>
              <a:spcBef>
                <a:spcPts val="2100"/>
              </a:spcBef>
            </a:pPr>
            <a:r>
              <a:rPr sz="1800" spc="-10" dirty="0">
                <a:solidFill>
                  <a:srgbClr val="FFFFFF"/>
                </a:solidFill>
                <a:latin typeface="Calibri"/>
                <a:cs typeface="Calibri"/>
              </a:rPr>
              <a:t>INSERT</a:t>
            </a:r>
            <a:r>
              <a:rPr sz="1800" spc="-65"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dirty="0">
                <a:solidFill>
                  <a:srgbClr val="FFFFFF"/>
                </a:solidFill>
                <a:latin typeface="Calibri"/>
                <a:cs typeface="Calibri"/>
              </a:rPr>
              <a:t>animal_kind</a:t>
            </a:r>
            <a:r>
              <a:rPr sz="1800" spc="-6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(105001,</a:t>
            </a:r>
            <a:r>
              <a:rPr sz="1800" spc="-10" dirty="0">
                <a:solidFill>
                  <a:srgbClr val="FFFFFF"/>
                </a:solidFill>
                <a:latin typeface="Calibri"/>
                <a:cs typeface="Calibri"/>
              </a:rPr>
              <a:t> 'Bengal</a:t>
            </a:r>
            <a:r>
              <a:rPr sz="1800" spc="-45" dirty="0">
                <a:solidFill>
                  <a:srgbClr val="FFFFFF"/>
                </a:solidFill>
                <a:latin typeface="Calibri"/>
                <a:cs typeface="Calibri"/>
              </a:rPr>
              <a:t> </a:t>
            </a:r>
            <a:r>
              <a:rPr sz="1800" spc="-10" dirty="0">
                <a:solidFill>
                  <a:srgbClr val="FFFFFF"/>
                </a:solidFill>
                <a:latin typeface="Calibri"/>
                <a:cs typeface="Calibri"/>
              </a:rPr>
              <a:t>Tiger',</a:t>
            </a:r>
            <a:r>
              <a:rPr sz="1800" spc="-20" dirty="0">
                <a:solidFill>
                  <a:srgbClr val="FFFFFF"/>
                </a:solidFill>
                <a:latin typeface="Calibri"/>
                <a:cs typeface="Calibri"/>
              </a:rPr>
              <a:t> </a:t>
            </a:r>
            <a:r>
              <a:rPr sz="1800" spc="-30" dirty="0">
                <a:solidFill>
                  <a:srgbClr val="FFFFFF"/>
                </a:solidFill>
                <a:latin typeface="Calibri"/>
                <a:cs typeface="Calibri"/>
              </a:rPr>
              <a:t>'Panthera</a:t>
            </a:r>
            <a:r>
              <a:rPr sz="1800" spc="-75" dirty="0">
                <a:solidFill>
                  <a:srgbClr val="FFFFFF"/>
                </a:solidFill>
                <a:latin typeface="Calibri"/>
                <a:cs typeface="Calibri"/>
              </a:rPr>
              <a:t> </a:t>
            </a:r>
            <a:r>
              <a:rPr sz="1800" spc="-10" dirty="0">
                <a:solidFill>
                  <a:srgbClr val="FFFFFF"/>
                </a:solidFill>
                <a:latin typeface="Calibri"/>
                <a:cs typeface="Calibri"/>
              </a:rPr>
              <a:t>tigris</a:t>
            </a:r>
            <a:r>
              <a:rPr sz="1800" spc="-35" dirty="0">
                <a:solidFill>
                  <a:srgbClr val="FFFFFF"/>
                </a:solidFill>
                <a:latin typeface="Calibri"/>
                <a:cs typeface="Calibri"/>
              </a:rPr>
              <a:t> </a:t>
            </a:r>
            <a:r>
              <a:rPr sz="1800" dirty="0">
                <a:solidFill>
                  <a:srgbClr val="FFFFFF"/>
                </a:solidFill>
                <a:latin typeface="Calibri"/>
                <a:cs typeface="Calibri"/>
              </a:rPr>
              <a:t>tigris',</a:t>
            </a:r>
            <a:r>
              <a:rPr sz="1800" spc="-55" dirty="0">
                <a:solidFill>
                  <a:srgbClr val="FFFFFF"/>
                </a:solidFill>
                <a:latin typeface="Calibri"/>
                <a:cs typeface="Calibri"/>
              </a:rPr>
              <a:t> </a:t>
            </a:r>
            <a:r>
              <a:rPr sz="1800" spc="-20" dirty="0">
                <a:solidFill>
                  <a:srgbClr val="FFFFFF"/>
                </a:solidFill>
                <a:latin typeface="Calibri"/>
                <a:cs typeface="Calibri"/>
              </a:rPr>
              <a:t>'Carnivora',</a:t>
            </a:r>
            <a:r>
              <a:rPr sz="1800" spc="-25" dirty="0">
                <a:solidFill>
                  <a:srgbClr val="FFFFFF"/>
                </a:solidFill>
                <a:latin typeface="Calibri"/>
                <a:cs typeface="Calibri"/>
              </a:rPr>
              <a:t> </a:t>
            </a:r>
            <a:r>
              <a:rPr sz="1800" spc="-10" dirty="0">
                <a:solidFill>
                  <a:srgbClr val="FFFFFF"/>
                </a:solidFill>
                <a:latin typeface="Calibri"/>
                <a:cs typeface="Calibri"/>
              </a:rPr>
              <a:t>'EN’); INSERT</a:t>
            </a:r>
            <a:r>
              <a:rPr sz="1800" spc="-80"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spc="-10" dirty="0">
                <a:solidFill>
                  <a:srgbClr val="FFFFFF"/>
                </a:solidFill>
                <a:latin typeface="Calibri"/>
                <a:cs typeface="Calibri"/>
              </a:rPr>
              <a:t>animal_kind </a:t>
            </a:r>
            <a:r>
              <a:rPr sz="1800" spc="-65" dirty="0">
                <a:solidFill>
                  <a:srgbClr val="FFFFFF"/>
                </a:solidFill>
                <a:latin typeface="Calibri"/>
                <a:cs typeface="Calibri"/>
              </a:rPr>
              <a:t>VALUES</a:t>
            </a:r>
            <a:r>
              <a:rPr sz="1800" spc="-35" dirty="0">
                <a:solidFill>
                  <a:srgbClr val="FFFFFF"/>
                </a:solidFill>
                <a:latin typeface="Calibri"/>
                <a:cs typeface="Calibri"/>
              </a:rPr>
              <a:t> </a:t>
            </a:r>
            <a:r>
              <a:rPr sz="1800" spc="-10" dirty="0">
                <a:solidFill>
                  <a:srgbClr val="FFFFFF"/>
                </a:solidFill>
                <a:latin typeface="Calibri"/>
                <a:cs typeface="Calibri"/>
              </a:rPr>
              <a:t>(105002,</a:t>
            </a:r>
            <a:r>
              <a:rPr sz="1800" spc="-70" dirty="0">
                <a:solidFill>
                  <a:srgbClr val="FFFFFF"/>
                </a:solidFill>
                <a:latin typeface="Calibri"/>
                <a:cs typeface="Calibri"/>
              </a:rPr>
              <a:t> </a:t>
            </a:r>
            <a:r>
              <a:rPr sz="1800" spc="-10" dirty="0">
                <a:solidFill>
                  <a:srgbClr val="FFFFFF"/>
                </a:solidFill>
                <a:latin typeface="Calibri"/>
                <a:cs typeface="Calibri"/>
              </a:rPr>
              <a:t>'African</a:t>
            </a:r>
            <a:r>
              <a:rPr sz="1800" spc="-30" dirty="0">
                <a:solidFill>
                  <a:srgbClr val="FFFFFF"/>
                </a:solidFill>
                <a:latin typeface="Calibri"/>
                <a:cs typeface="Calibri"/>
              </a:rPr>
              <a:t> </a:t>
            </a:r>
            <a:r>
              <a:rPr sz="1800" dirty="0">
                <a:solidFill>
                  <a:srgbClr val="FFFFFF"/>
                </a:solidFill>
                <a:latin typeface="Calibri"/>
                <a:cs typeface="Calibri"/>
              </a:rPr>
              <a:t>Lion',</a:t>
            </a:r>
            <a:r>
              <a:rPr sz="1800" spc="-40" dirty="0">
                <a:solidFill>
                  <a:srgbClr val="FFFFFF"/>
                </a:solidFill>
                <a:latin typeface="Calibri"/>
                <a:cs typeface="Calibri"/>
              </a:rPr>
              <a:t> </a:t>
            </a:r>
            <a:r>
              <a:rPr sz="1800" spc="-30" dirty="0">
                <a:solidFill>
                  <a:srgbClr val="FFFFFF"/>
                </a:solidFill>
                <a:latin typeface="Calibri"/>
                <a:cs typeface="Calibri"/>
              </a:rPr>
              <a:t>'Panthera</a:t>
            </a:r>
            <a:r>
              <a:rPr sz="1800" spc="-70" dirty="0">
                <a:solidFill>
                  <a:srgbClr val="FFFFFF"/>
                </a:solidFill>
                <a:latin typeface="Calibri"/>
                <a:cs typeface="Calibri"/>
              </a:rPr>
              <a:t> </a:t>
            </a:r>
            <a:r>
              <a:rPr sz="1800" dirty="0">
                <a:solidFill>
                  <a:srgbClr val="FFFFFF"/>
                </a:solidFill>
                <a:latin typeface="Calibri"/>
                <a:cs typeface="Calibri"/>
              </a:rPr>
              <a:t>leo</a:t>
            </a:r>
            <a:r>
              <a:rPr sz="1800" spc="-45" dirty="0">
                <a:solidFill>
                  <a:srgbClr val="FFFFFF"/>
                </a:solidFill>
                <a:latin typeface="Calibri"/>
                <a:cs typeface="Calibri"/>
              </a:rPr>
              <a:t> </a:t>
            </a:r>
            <a:r>
              <a:rPr sz="1800" dirty="0">
                <a:solidFill>
                  <a:srgbClr val="FFFFFF"/>
                </a:solidFill>
                <a:latin typeface="Calibri"/>
                <a:cs typeface="Calibri"/>
              </a:rPr>
              <a:t>leo',</a:t>
            </a:r>
            <a:r>
              <a:rPr sz="1800" spc="-50" dirty="0">
                <a:solidFill>
                  <a:srgbClr val="FFFFFF"/>
                </a:solidFill>
                <a:latin typeface="Calibri"/>
                <a:cs typeface="Calibri"/>
              </a:rPr>
              <a:t> </a:t>
            </a:r>
            <a:r>
              <a:rPr sz="1800" spc="-20" dirty="0">
                <a:solidFill>
                  <a:srgbClr val="FFFFFF"/>
                </a:solidFill>
                <a:latin typeface="Calibri"/>
                <a:cs typeface="Calibri"/>
              </a:rPr>
              <a:t>'Carnivora',</a:t>
            </a:r>
            <a:r>
              <a:rPr sz="1800" spc="-10" dirty="0">
                <a:solidFill>
                  <a:srgbClr val="FFFFFF"/>
                </a:solidFill>
                <a:latin typeface="Calibri"/>
                <a:cs typeface="Calibri"/>
              </a:rPr>
              <a:t> 'VU’); INSERT</a:t>
            </a:r>
            <a:r>
              <a:rPr sz="1800" spc="-90" dirty="0">
                <a:solidFill>
                  <a:srgbClr val="FFFFFF"/>
                </a:solidFill>
                <a:latin typeface="Calibri"/>
                <a:cs typeface="Calibri"/>
              </a:rPr>
              <a:t> </a:t>
            </a:r>
            <a:r>
              <a:rPr sz="1800" spc="-20" dirty="0">
                <a:solidFill>
                  <a:srgbClr val="FFFFFF"/>
                </a:solidFill>
                <a:latin typeface="Calibri"/>
                <a:cs typeface="Calibri"/>
              </a:rPr>
              <a:t>INTO</a:t>
            </a:r>
            <a:r>
              <a:rPr sz="1800" spc="-85" dirty="0">
                <a:solidFill>
                  <a:srgbClr val="FFFFFF"/>
                </a:solidFill>
                <a:latin typeface="Calibri"/>
                <a:cs typeface="Calibri"/>
              </a:rPr>
              <a:t> </a:t>
            </a:r>
            <a:r>
              <a:rPr sz="1800" dirty="0">
                <a:solidFill>
                  <a:srgbClr val="FFFFFF"/>
                </a:solidFill>
                <a:latin typeface="Calibri"/>
                <a:cs typeface="Calibri"/>
              </a:rPr>
              <a:t>animal_kind</a:t>
            </a:r>
            <a:r>
              <a:rPr sz="1800" spc="-70" dirty="0">
                <a:solidFill>
                  <a:srgbClr val="FFFFFF"/>
                </a:solidFill>
                <a:latin typeface="Calibri"/>
                <a:cs typeface="Calibri"/>
              </a:rPr>
              <a:t> </a:t>
            </a:r>
            <a:r>
              <a:rPr sz="1800" spc="-65" dirty="0">
                <a:solidFill>
                  <a:srgbClr val="FFFFFF"/>
                </a:solidFill>
                <a:latin typeface="Calibri"/>
                <a:cs typeface="Calibri"/>
              </a:rPr>
              <a:t>VALUES</a:t>
            </a:r>
            <a:r>
              <a:rPr sz="1800" spc="-35" dirty="0">
                <a:solidFill>
                  <a:srgbClr val="FFFFFF"/>
                </a:solidFill>
                <a:latin typeface="Calibri"/>
                <a:cs typeface="Calibri"/>
              </a:rPr>
              <a:t> </a:t>
            </a:r>
            <a:r>
              <a:rPr sz="1800" dirty="0">
                <a:solidFill>
                  <a:srgbClr val="FFFFFF"/>
                </a:solidFill>
                <a:latin typeface="Calibri"/>
                <a:cs typeface="Calibri"/>
              </a:rPr>
              <a:t>(105003,</a:t>
            </a:r>
            <a:r>
              <a:rPr sz="1800" spc="-25" dirty="0">
                <a:solidFill>
                  <a:srgbClr val="FFFFFF"/>
                </a:solidFill>
                <a:latin typeface="Calibri"/>
                <a:cs typeface="Calibri"/>
              </a:rPr>
              <a:t> </a:t>
            </a:r>
            <a:r>
              <a:rPr sz="1800" spc="-20" dirty="0">
                <a:solidFill>
                  <a:srgbClr val="FFFFFF"/>
                </a:solidFill>
                <a:latin typeface="Calibri"/>
                <a:cs typeface="Calibri"/>
              </a:rPr>
              <a:t>'Chimpanzee',</a:t>
            </a:r>
            <a:r>
              <a:rPr sz="1800" spc="-25" dirty="0">
                <a:solidFill>
                  <a:srgbClr val="FFFFFF"/>
                </a:solidFill>
                <a:latin typeface="Calibri"/>
                <a:cs typeface="Calibri"/>
              </a:rPr>
              <a:t> </a:t>
            </a:r>
            <a:r>
              <a:rPr sz="1800" spc="-10" dirty="0">
                <a:solidFill>
                  <a:srgbClr val="FFFFFF"/>
                </a:solidFill>
                <a:latin typeface="Calibri"/>
                <a:cs typeface="Calibri"/>
              </a:rPr>
              <a:t>'Pan</a:t>
            </a:r>
            <a:r>
              <a:rPr sz="1800" spc="-35" dirty="0">
                <a:solidFill>
                  <a:srgbClr val="FFFFFF"/>
                </a:solidFill>
                <a:latin typeface="Calibri"/>
                <a:cs typeface="Calibri"/>
              </a:rPr>
              <a:t> </a:t>
            </a:r>
            <a:r>
              <a:rPr sz="1800" spc="-20" dirty="0">
                <a:solidFill>
                  <a:srgbClr val="FFFFFF"/>
                </a:solidFill>
                <a:latin typeface="Calibri"/>
                <a:cs typeface="Calibri"/>
              </a:rPr>
              <a:t>troglodytes',</a:t>
            </a:r>
            <a:r>
              <a:rPr sz="1800" spc="-30" dirty="0">
                <a:solidFill>
                  <a:srgbClr val="FFFFFF"/>
                </a:solidFill>
                <a:latin typeface="Calibri"/>
                <a:cs typeface="Calibri"/>
              </a:rPr>
              <a:t> </a:t>
            </a:r>
            <a:r>
              <a:rPr sz="1800" spc="-10" dirty="0">
                <a:solidFill>
                  <a:srgbClr val="FFFFFF"/>
                </a:solidFill>
                <a:latin typeface="Calibri"/>
                <a:cs typeface="Calibri"/>
              </a:rPr>
              <a:t>'primate', 'EN’); INSERT</a:t>
            </a:r>
            <a:r>
              <a:rPr sz="1800" spc="-85" dirty="0">
                <a:solidFill>
                  <a:srgbClr val="FFFFFF"/>
                </a:solidFill>
                <a:latin typeface="Calibri"/>
                <a:cs typeface="Calibri"/>
              </a:rPr>
              <a:t> </a:t>
            </a:r>
            <a:r>
              <a:rPr sz="1800" spc="-20" dirty="0">
                <a:solidFill>
                  <a:srgbClr val="FFFFFF"/>
                </a:solidFill>
                <a:latin typeface="Calibri"/>
                <a:cs typeface="Calibri"/>
              </a:rPr>
              <a:t>INTO</a:t>
            </a:r>
            <a:r>
              <a:rPr sz="1800" spc="-85" dirty="0">
                <a:solidFill>
                  <a:srgbClr val="FFFFFF"/>
                </a:solidFill>
                <a:latin typeface="Calibri"/>
                <a:cs typeface="Calibri"/>
              </a:rPr>
              <a:t> </a:t>
            </a:r>
            <a:r>
              <a:rPr sz="1800" spc="-10" dirty="0">
                <a:solidFill>
                  <a:srgbClr val="FFFFFF"/>
                </a:solidFill>
                <a:latin typeface="Calibri"/>
                <a:cs typeface="Calibri"/>
              </a:rPr>
              <a:t>animal_kind </a:t>
            </a:r>
            <a:r>
              <a:rPr sz="1800" spc="-65" dirty="0">
                <a:solidFill>
                  <a:srgbClr val="FFFFFF"/>
                </a:solidFill>
                <a:latin typeface="Calibri"/>
                <a:cs typeface="Calibri"/>
              </a:rPr>
              <a:t>VALUES</a:t>
            </a:r>
            <a:r>
              <a:rPr sz="1800" spc="-35" dirty="0">
                <a:solidFill>
                  <a:srgbClr val="FFFFFF"/>
                </a:solidFill>
                <a:latin typeface="Calibri"/>
                <a:cs typeface="Calibri"/>
              </a:rPr>
              <a:t> </a:t>
            </a:r>
            <a:r>
              <a:rPr sz="1800" spc="-10" dirty="0">
                <a:solidFill>
                  <a:srgbClr val="FFFFFF"/>
                </a:solidFill>
                <a:latin typeface="Calibri"/>
                <a:cs typeface="Calibri"/>
              </a:rPr>
              <a:t>(106001,</a:t>
            </a:r>
            <a:r>
              <a:rPr sz="1800" spc="-65" dirty="0">
                <a:solidFill>
                  <a:srgbClr val="FFFFFF"/>
                </a:solidFill>
                <a:latin typeface="Calibri"/>
                <a:cs typeface="Calibri"/>
              </a:rPr>
              <a:t> </a:t>
            </a:r>
            <a:r>
              <a:rPr sz="1800" dirty="0">
                <a:solidFill>
                  <a:srgbClr val="FFFFFF"/>
                </a:solidFill>
                <a:latin typeface="Calibri"/>
                <a:cs typeface="Calibri"/>
              </a:rPr>
              <a:t>'King</a:t>
            </a:r>
            <a:r>
              <a:rPr sz="1800" spc="-45" dirty="0">
                <a:solidFill>
                  <a:srgbClr val="FFFFFF"/>
                </a:solidFill>
                <a:latin typeface="Calibri"/>
                <a:cs typeface="Calibri"/>
              </a:rPr>
              <a:t> </a:t>
            </a:r>
            <a:r>
              <a:rPr sz="1800" spc="-10" dirty="0">
                <a:solidFill>
                  <a:srgbClr val="FFFFFF"/>
                </a:solidFill>
                <a:latin typeface="Calibri"/>
                <a:cs typeface="Calibri"/>
              </a:rPr>
              <a:t>Cobra',</a:t>
            </a:r>
            <a:r>
              <a:rPr sz="1800" spc="-25" dirty="0">
                <a:solidFill>
                  <a:srgbClr val="FFFFFF"/>
                </a:solidFill>
                <a:latin typeface="Calibri"/>
                <a:cs typeface="Calibri"/>
              </a:rPr>
              <a:t> </a:t>
            </a:r>
            <a:r>
              <a:rPr sz="1800" spc="-10" dirty="0">
                <a:solidFill>
                  <a:srgbClr val="FFFFFF"/>
                </a:solidFill>
                <a:latin typeface="Calibri"/>
                <a:cs typeface="Calibri"/>
              </a:rPr>
              <a:t>'Ophiophagus</a:t>
            </a:r>
            <a:r>
              <a:rPr sz="1800" spc="-75" dirty="0">
                <a:solidFill>
                  <a:srgbClr val="FFFFFF"/>
                </a:solidFill>
                <a:latin typeface="Calibri"/>
                <a:cs typeface="Calibri"/>
              </a:rPr>
              <a:t> </a:t>
            </a:r>
            <a:r>
              <a:rPr sz="1800" spc="-10" dirty="0">
                <a:solidFill>
                  <a:srgbClr val="FFFFFF"/>
                </a:solidFill>
                <a:latin typeface="Calibri"/>
                <a:cs typeface="Calibri"/>
              </a:rPr>
              <a:t>hannah',</a:t>
            </a:r>
            <a:r>
              <a:rPr sz="1800" spc="-60" dirty="0">
                <a:solidFill>
                  <a:srgbClr val="FFFFFF"/>
                </a:solidFill>
                <a:latin typeface="Calibri"/>
                <a:cs typeface="Calibri"/>
              </a:rPr>
              <a:t> </a:t>
            </a:r>
            <a:r>
              <a:rPr sz="1800" spc="-10" dirty="0">
                <a:solidFill>
                  <a:srgbClr val="FFFFFF"/>
                </a:solidFill>
                <a:latin typeface="Calibri"/>
                <a:cs typeface="Calibri"/>
              </a:rPr>
              <a:t>'serpentes',</a:t>
            </a:r>
            <a:r>
              <a:rPr sz="1800" spc="25" dirty="0">
                <a:solidFill>
                  <a:srgbClr val="FFFFFF"/>
                </a:solidFill>
                <a:latin typeface="Calibri"/>
                <a:cs typeface="Calibri"/>
              </a:rPr>
              <a:t> </a:t>
            </a:r>
            <a:r>
              <a:rPr sz="1800" spc="-10" dirty="0">
                <a:solidFill>
                  <a:srgbClr val="FFFFFF"/>
                </a:solidFill>
                <a:latin typeface="Calibri"/>
                <a:cs typeface="Calibri"/>
              </a:rPr>
              <a:t>'VU’);</a:t>
            </a:r>
            <a:endParaRPr sz="1800" dirty="0">
              <a:latin typeface="Calibri"/>
              <a:cs typeface="Calibri"/>
            </a:endParaRPr>
          </a:p>
          <a:p>
            <a:pPr marL="12700" marR="5080">
              <a:lnSpc>
                <a:spcPct val="100000"/>
              </a:lnSpc>
              <a:spcBef>
                <a:spcPts val="5"/>
              </a:spcBef>
            </a:pPr>
            <a:r>
              <a:rPr sz="1800" spc="-10" dirty="0">
                <a:solidFill>
                  <a:srgbClr val="FFFFFF"/>
                </a:solidFill>
                <a:latin typeface="Calibri"/>
                <a:cs typeface="Calibri"/>
              </a:rPr>
              <a:t>INSERT</a:t>
            </a:r>
            <a:r>
              <a:rPr sz="1800" spc="-75" dirty="0">
                <a:solidFill>
                  <a:srgbClr val="FFFFFF"/>
                </a:solidFill>
                <a:latin typeface="Calibri"/>
                <a:cs typeface="Calibri"/>
              </a:rPr>
              <a:t> </a:t>
            </a:r>
            <a:r>
              <a:rPr sz="1800" spc="-20" dirty="0">
                <a:solidFill>
                  <a:srgbClr val="FFFFFF"/>
                </a:solidFill>
                <a:latin typeface="Calibri"/>
                <a:cs typeface="Calibri"/>
              </a:rPr>
              <a:t>INTO</a:t>
            </a:r>
            <a:r>
              <a:rPr sz="1800" spc="-75" dirty="0">
                <a:solidFill>
                  <a:srgbClr val="FFFFFF"/>
                </a:solidFill>
                <a:latin typeface="Calibri"/>
                <a:cs typeface="Calibri"/>
              </a:rPr>
              <a:t> </a:t>
            </a:r>
            <a:r>
              <a:rPr sz="1800" dirty="0">
                <a:solidFill>
                  <a:srgbClr val="FFFFFF"/>
                </a:solidFill>
                <a:latin typeface="Calibri"/>
                <a:cs typeface="Calibri"/>
              </a:rPr>
              <a:t>animal_kind</a:t>
            </a:r>
            <a:r>
              <a:rPr sz="1800" spc="-60" dirty="0">
                <a:solidFill>
                  <a:srgbClr val="FFFFFF"/>
                </a:solidFill>
                <a:latin typeface="Calibri"/>
                <a:cs typeface="Calibri"/>
              </a:rPr>
              <a:t> </a:t>
            </a:r>
            <a:r>
              <a:rPr sz="1800" spc="-65" dirty="0">
                <a:solidFill>
                  <a:srgbClr val="FFFFFF"/>
                </a:solidFill>
                <a:latin typeface="Calibri"/>
                <a:cs typeface="Calibri"/>
              </a:rPr>
              <a:t>VALUES</a:t>
            </a:r>
            <a:r>
              <a:rPr sz="1800" spc="-35" dirty="0">
                <a:solidFill>
                  <a:srgbClr val="FFFFFF"/>
                </a:solidFill>
                <a:latin typeface="Calibri"/>
                <a:cs typeface="Calibri"/>
              </a:rPr>
              <a:t> </a:t>
            </a:r>
            <a:r>
              <a:rPr sz="1800" dirty="0">
                <a:solidFill>
                  <a:srgbClr val="FFFFFF"/>
                </a:solidFill>
                <a:latin typeface="Calibri"/>
                <a:cs typeface="Calibri"/>
              </a:rPr>
              <a:t>(102001,</a:t>
            </a:r>
            <a:r>
              <a:rPr sz="1800" spc="-20" dirty="0">
                <a:solidFill>
                  <a:srgbClr val="FFFFFF"/>
                </a:solidFill>
                <a:latin typeface="Calibri"/>
                <a:cs typeface="Calibri"/>
              </a:rPr>
              <a:t> </a:t>
            </a:r>
            <a:r>
              <a:rPr sz="1800" dirty="0">
                <a:solidFill>
                  <a:srgbClr val="FFFFFF"/>
                </a:solidFill>
                <a:latin typeface="Calibri"/>
                <a:cs typeface="Calibri"/>
              </a:rPr>
              <a:t>'Openbill</a:t>
            </a:r>
            <a:r>
              <a:rPr sz="1800" spc="-55" dirty="0">
                <a:solidFill>
                  <a:srgbClr val="FFFFFF"/>
                </a:solidFill>
                <a:latin typeface="Calibri"/>
                <a:cs typeface="Calibri"/>
              </a:rPr>
              <a:t> </a:t>
            </a:r>
            <a:r>
              <a:rPr sz="1800" spc="-10" dirty="0">
                <a:solidFill>
                  <a:srgbClr val="FFFFFF"/>
                </a:solidFill>
                <a:latin typeface="Calibri"/>
                <a:cs typeface="Calibri"/>
              </a:rPr>
              <a:t>Stork',</a:t>
            </a:r>
            <a:r>
              <a:rPr sz="1800" spc="-35" dirty="0">
                <a:solidFill>
                  <a:srgbClr val="FFFFFF"/>
                </a:solidFill>
                <a:latin typeface="Calibri"/>
                <a:cs typeface="Calibri"/>
              </a:rPr>
              <a:t> </a:t>
            </a:r>
            <a:r>
              <a:rPr sz="1800" spc="-20" dirty="0">
                <a:solidFill>
                  <a:srgbClr val="FFFFFF"/>
                </a:solidFill>
                <a:latin typeface="Calibri"/>
                <a:cs typeface="Calibri"/>
              </a:rPr>
              <a:t>'Anastomus</a:t>
            </a:r>
            <a:r>
              <a:rPr sz="1800" spc="-40" dirty="0">
                <a:solidFill>
                  <a:srgbClr val="FFFFFF"/>
                </a:solidFill>
                <a:latin typeface="Calibri"/>
                <a:cs typeface="Calibri"/>
              </a:rPr>
              <a:t> </a:t>
            </a:r>
            <a:r>
              <a:rPr sz="1800" spc="-10" dirty="0">
                <a:solidFill>
                  <a:srgbClr val="FFFFFF"/>
                </a:solidFill>
                <a:latin typeface="Calibri"/>
                <a:cs typeface="Calibri"/>
              </a:rPr>
              <a:t>oscitans',</a:t>
            </a:r>
            <a:r>
              <a:rPr sz="1800" spc="-65" dirty="0">
                <a:solidFill>
                  <a:srgbClr val="FFFFFF"/>
                </a:solidFill>
                <a:latin typeface="Calibri"/>
                <a:cs typeface="Calibri"/>
              </a:rPr>
              <a:t> </a:t>
            </a:r>
            <a:r>
              <a:rPr sz="1800" spc="-20" dirty="0">
                <a:solidFill>
                  <a:srgbClr val="FFFFFF"/>
                </a:solidFill>
                <a:latin typeface="Calibri"/>
                <a:cs typeface="Calibri"/>
              </a:rPr>
              <a:t>'Ciconiiformes',</a:t>
            </a:r>
            <a:r>
              <a:rPr sz="1800" dirty="0">
                <a:solidFill>
                  <a:srgbClr val="FFFFFF"/>
                </a:solidFill>
                <a:latin typeface="Calibri"/>
                <a:cs typeface="Calibri"/>
              </a:rPr>
              <a:t> </a:t>
            </a:r>
            <a:r>
              <a:rPr sz="1800" spc="-10" dirty="0">
                <a:solidFill>
                  <a:srgbClr val="FFFFFF"/>
                </a:solidFill>
                <a:latin typeface="Calibri"/>
                <a:cs typeface="Calibri"/>
              </a:rPr>
              <a:t>'LC’); INSERT</a:t>
            </a:r>
            <a:r>
              <a:rPr sz="1800" spc="-95" dirty="0">
                <a:solidFill>
                  <a:srgbClr val="FFFFFF"/>
                </a:solidFill>
                <a:latin typeface="Calibri"/>
                <a:cs typeface="Calibri"/>
              </a:rPr>
              <a:t> </a:t>
            </a:r>
            <a:r>
              <a:rPr sz="1800" spc="-20" dirty="0">
                <a:solidFill>
                  <a:srgbClr val="FFFFFF"/>
                </a:solidFill>
                <a:latin typeface="Calibri"/>
                <a:cs typeface="Calibri"/>
              </a:rPr>
              <a:t>INTO</a:t>
            </a:r>
            <a:r>
              <a:rPr sz="1800" spc="-85" dirty="0">
                <a:solidFill>
                  <a:srgbClr val="FFFFFF"/>
                </a:solidFill>
                <a:latin typeface="Calibri"/>
                <a:cs typeface="Calibri"/>
              </a:rPr>
              <a:t> </a:t>
            </a:r>
            <a:r>
              <a:rPr sz="1800" dirty="0">
                <a:solidFill>
                  <a:srgbClr val="FFFFFF"/>
                </a:solidFill>
                <a:latin typeface="Calibri"/>
                <a:cs typeface="Calibri"/>
              </a:rPr>
              <a:t>animal_kind</a:t>
            </a:r>
            <a:r>
              <a:rPr sz="1800" spc="-95"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(101001,</a:t>
            </a:r>
            <a:r>
              <a:rPr sz="1800" spc="-20" dirty="0">
                <a:solidFill>
                  <a:srgbClr val="FFFFFF"/>
                </a:solidFill>
                <a:latin typeface="Calibri"/>
                <a:cs typeface="Calibri"/>
              </a:rPr>
              <a:t> </a:t>
            </a:r>
            <a:r>
              <a:rPr sz="1800" dirty="0">
                <a:solidFill>
                  <a:srgbClr val="FFFFFF"/>
                </a:solidFill>
                <a:latin typeface="Calibri"/>
                <a:cs typeface="Calibri"/>
              </a:rPr>
              <a:t>'Red</a:t>
            </a:r>
            <a:r>
              <a:rPr sz="1800" spc="-35" dirty="0">
                <a:solidFill>
                  <a:srgbClr val="FFFFFF"/>
                </a:solidFill>
                <a:latin typeface="Calibri"/>
                <a:cs typeface="Calibri"/>
              </a:rPr>
              <a:t> </a:t>
            </a:r>
            <a:r>
              <a:rPr sz="1800" spc="-45" dirty="0">
                <a:solidFill>
                  <a:srgbClr val="FFFFFF"/>
                </a:solidFill>
                <a:latin typeface="Calibri"/>
                <a:cs typeface="Calibri"/>
              </a:rPr>
              <a:t>Eye</a:t>
            </a:r>
            <a:r>
              <a:rPr sz="1800" spc="-60" dirty="0">
                <a:solidFill>
                  <a:srgbClr val="FFFFFF"/>
                </a:solidFill>
                <a:latin typeface="Calibri"/>
                <a:cs typeface="Calibri"/>
              </a:rPr>
              <a:t> </a:t>
            </a:r>
            <a:r>
              <a:rPr sz="1800" spc="-70" dirty="0">
                <a:solidFill>
                  <a:srgbClr val="FFFFFF"/>
                </a:solidFill>
                <a:latin typeface="Calibri"/>
                <a:cs typeface="Calibri"/>
              </a:rPr>
              <a:t>Tree</a:t>
            </a:r>
            <a:r>
              <a:rPr sz="1800" spc="-80" dirty="0">
                <a:solidFill>
                  <a:srgbClr val="FFFFFF"/>
                </a:solidFill>
                <a:latin typeface="Calibri"/>
                <a:cs typeface="Calibri"/>
              </a:rPr>
              <a:t> </a:t>
            </a:r>
            <a:r>
              <a:rPr sz="1800" spc="-10" dirty="0">
                <a:solidFill>
                  <a:srgbClr val="FFFFFF"/>
                </a:solidFill>
                <a:latin typeface="Calibri"/>
                <a:cs typeface="Calibri"/>
              </a:rPr>
              <a:t>Frog',</a:t>
            </a:r>
            <a:r>
              <a:rPr sz="1800" spc="-35" dirty="0">
                <a:solidFill>
                  <a:srgbClr val="FFFFFF"/>
                </a:solidFill>
                <a:latin typeface="Calibri"/>
                <a:cs typeface="Calibri"/>
              </a:rPr>
              <a:t> </a:t>
            </a:r>
            <a:r>
              <a:rPr sz="1800" spc="-10" dirty="0">
                <a:solidFill>
                  <a:srgbClr val="FFFFFF"/>
                </a:solidFill>
                <a:latin typeface="Calibri"/>
                <a:cs typeface="Calibri"/>
              </a:rPr>
              <a:t>'Agalychnis</a:t>
            </a:r>
            <a:r>
              <a:rPr sz="1800" spc="-70" dirty="0">
                <a:solidFill>
                  <a:srgbClr val="FFFFFF"/>
                </a:solidFill>
                <a:latin typeface="Calibri"/>
                <a:cs typeface="Calibri"/>
              </a:rPr>
              <a:t> </a:t>
            </a:r>
            <a:r>
              <a:rPr sz="1800" spc="-20" dirty="0">
                <a:solidFill>
                  <a:srgbClr val="FFFFFF"/>
                </a:solidFill>
                <a:latin typeface="Calibri"/>
                <a:cs typeface="Calibri"/>
              </a:rPr>
              <a:t>callidryas',</a:t>
            </a:r>
            <a:r>
              <a:rPr sz="1800" spc="-30" dirty="0">
                <a:solidFill>
                  <a:srgbClr val="FFFFFF"/>
                </a:solidFill>
                <a:latin typeface="Calibri"/>
                <a:cs typeface="Calibri"/>
              </a:rPr>
              <a:t> </a:t>
            </a:r>
            <a:r>
              <a:rPr sz="1800" spc="-10" dirty="0">
                <a:solidFill>
                  <a:srgbClr val="FFFFFF"/>
                </a:solidFill>
                <a:latin typeface="Calibri"/>
                <a:cs typeface="Calibri"/>
              </a:rPr>
              <a:t>'Anura',</a:t>
            </a:r>
            <a:r>
              <a:rPr sz="1800" spc="-15" dirty="0">
                <a:solidFill>
                  <a:srgbClr val="FFFFFF"/>
                </a:solidFill>
                <a:latin typeface="Calibri"/>
                <a:cs typeface="Calibri"/>
              </a:rPr>
              <a:t> </a:t>
            </a:r>
            <a:r>
              <a:rPr sz="1800" spc="-10" dirty="0">
                <a:solidFill>
                  <a:srgbClr val="FFFFFF"/>
                </a:solidFill>
                <a:latin typeface="Calibri"/>
                <a:cs typeface="Calibri"/>
              </a:rPr>
              <a:t>'LC’); INSERT</a:t>
            </a:r>
            <a:r>
              <a:rPr sz="1800" spc="-75"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spc="-10" dirty="0">
                <a:solidFill>
                  <a:srgbClr val="FFFFFF"/>
                </a:solidFill>
                <a:latin typeface="Calibri"/>
                <a:cs typeface="Calibri"/>
              </a:rPr>
              <a:t>animal_kind</a:t>
            </a:r>
            <a:r>
              <a:rPr sz="180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spc="-10" dirty="0">
                <a:solidFill>
                  <a:srgbClr val="FFFFFF"/>
                </a:solidFill>
                <a:latin typeface="Calibri"/>
                <a:cs typeface="Calibri"/>
              </a:rPr>
              <a:t>(101002,</a:t>
            </a:r>
            <a:r>
              <a:rPr sz="1800" spc="-65" dirty="0">
                <a:solidFill>
                  <a:srgbClr val="FFFFFF"/>
                </a:solidFill>
                <a:latin typeface="Calibri"/>
                <a:cs typeface="Calibri"/>
              </a:rPr>
              <a:t> </a:t>
            </a:r>
            <a:r>
              <a:rPr sz="1800" spc="-10" dirty="0">
                <a:solidFill>
                  <a:srgbClr val="FFFFFF"/>
                </a:solidFill>
                <a:latin typeface="Calibri"/>
                <a:cs typeface="Calibri"/>
              </a:rPr>
              <a:t>'Asiatic</a:t>
            </a:r>
            <a:r>
              <a:rPr sz="1800" spc="-35" dirty="0">
                <a:solidFill>
                  <a:srgbClr val="FFFFFF"/>
                </a:solidFill>
                <a:latin typeface="Calibri"/>
                <a:cs typeface="Calibri"/>
              </a:rPr>
              <a:t> </a:t>
            </a:r>
            <a:r>
              <a:rPr sz="1800" spc="-20" dirty="0">
                <a:solidFill>
                  <a:srgbClr val="FFFFFF"/>
                </a:solidFill>
                <a:latin typeface="Calibri"/>
                <a:cs typeface="Calibri"/>
              </a:rPr>
              <a:t>salamanders', </a:t>
            </a:r>
            <a:r>
              <a:rPr sz="1800" spc="-10" dirty="0">
                <a:solidFill>
                  <a:srgbClr val="FFFFFF"/>
                </a:solidFill>
                <a:latin typeface="Calibri"/>
                <a:cs typeface="Calibri"/>
              </a:rPr>
              <a:t>'Hynobius</a:t>
            </a:r>
            <a:r>
              <a:rPr sz="1800" spc="-55" dirty="0">
                <a:solidFill>
                  <a:srgbClr val="FFFFFF"/>
                </a:solidFill>
                <a:latin typeface="Calibri"/>
                <a:cs typeface="Calibri"/>
              </a:rPr>
              <a:t> </a:t>
            </a:r>
            <a:r>
              <a:rPr sz="1800" spc="-10" dirty="0">
                <a:solidFill>
                  <a:srgbClr val="FFFFFF"/>
                </a:solidFill>
                <a:latin typeface="Calibri"/>
                <a:cs typeface="Calibri"/>
              </a:rPr>
              <a:t>oyamai',</a:t>
            </a:r>
            <a:r>
              <a:rPr sz="1800" spc="-65" dirty="0">
                <a:solidFill>
                  <a:srgbClr val="FFFFFF"/>
                </a:solidFill>
                <a:latin typeface="Calibri"/>
                <a:cs typeface="Calibri"/>
              </a:rPr>
              <a:t> </a:t>
            </a:r>
            <a:r>
              <a:rPr sz="1800" dirty="0">
                <a:solidFill>
                  <a:srgbClr val="FFFFFF"/>
                </a:solidFill>
                <a:latin typeface="Calibri"/>
                <a:cs typeface="Calibri"/>
              </a:rPr>
              <a:t>'Urodela',</a:t>
            </a:r>
            <a:r>
              <a:rPr sz="1800" spc="250" dirty="0">
                <a:solidFill>
                  <a:srgbClr val="FFFFFF"/>
                </a:solidFill>
                <a:latin typeface="Calibri"/>
                <a:cs typeface="Calibri"/>
              </a:rPr>
              <a:t> </a:t>
            </a:r>
            <a:r>
              <a:rPr sz="1800" spc="-10" dirty="0">
                <a:solidFill>
                  <a:srgbClr val="FFFFFF"/>
                </a:solidFill>
                <a:latin typeface="Calibri"/>
                <a:cs typeface="Calibri"/>
              </a:rPr>
              <a:t>'VU’);</a:t>
            </a:r>
            <a:endParaRPr sz="1800" dirty="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21486" y="1378711"/>
            <a:ext cx="10079355" cy="848994"/>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FFFF"/>
                </a:solidFill>
                <a:latin typeface="Calibri"/>
                <a:cs typeface="Calibri"/>
              </a:rPr>
              <a:t>INSERT</a:t>
            </a:r>
            <a:r>
              <a:rPr sz="1800" spc="-75" dirty="0">
                <a:solidFill>
                  <a:srgbClr val="FFFFFF"/>
                </a:solidFill>
                <a:latin typeface="Calibri"/>
                <a:cs typeface="Calibri"/>
              </a:rPr>
              <a:t> </a:t>
            </a:r>
            <a:r>
              <a:rPr sz="1800" spc="-20" dirty="0">
                <a:solidFill>
                  <a:srgbClr val="FFFFFF"/>
                </a:solidFill>
                <a:latin typeface="Calibri"/>
                <a:cs typeface="Calibri"/>
              </a:rPr>
              <a:t>INTO</a:t>
            </a:r>
            <a:r>
              <a:rPr sz="1800" spc="-75" dirty="0">
                <a:solidFill>
                  <a:srgbClr val="FFFFFF"/>
                </a:solidFill>
                <a:latin typeface="Calibri"/>
                <a:cs typeface="Calibri"/>
              </a:rPr>
              <a:t> </a:t>
            </a:r>
            <a:r>
              <a:rPr sz="1800" dirty="0">
                <a:solidFill>
                  <a:srgbClr val="FFFFFF"/>
                </a:solidFill>
                <a:latin typeface="Calibri"/>
                <a:cs typeface="Calibri"/>
              </a:rPr>
              <a:t>animal_kind</a:t>
            </a:r>
            <a:r>
              <a:rPr sz="1800" spc="-60" dirty="0">
                <a:solidFill>
                  <a:srgbClr val="FFFFFF"/>
                </a:solidFill>
                <a:latin typeface="Calibri"/>
                <a:cs typeface="Calibri"/>
              </a:rPr>
              <a:t> </a:t>
            </a:r>
            <a:r>
              <a:rPr sz="1800" spc="-65" dirty="0">
                <a:solidFill>
                  <a:srgbClr val="FFFFFF"/>
                </a:solidFill>
                <a:latin typeface="Calibri"/>
                <a:cs typeface="Calibri"/>
              </a:rPr>
              <a:t>VALUES</a:t>
            </a:r>
            <a:r>
              <a:rPr sz="1800" spc="-35" dirty="0">
                <a:solidFill>
                  <a:srgbClr val="FFFFFF"/>
                </a:solidFill>
                <a:latin typeface="Calibri"/>
                <a:cs typeface="Calibri"/>
              </a:rPr>
              <a:t> </a:t>
            </a:r>
            <a:r>
              <a:rPr sz="1800" dirty="0">
                <a:solidFill>
                  <a:srgbClr val="FFFFFF"/>
                </a:solidFill>
                <a:latin typeface="Calibri"/>
                <a:cs typeface="Calibri"/>
              </a:rPr>
              <a:t>(103001,</a:t>
            </a:r>
            <a:r>
              <a:rPr sz="1800" spc="-20" dirty="0">
                <a:solidFill>
                  <a:srgbClr val="FFFFFF"/>
                </a:solidFill>
                <a:latin typeface="Calibri"/>
                <a:cs typeface="Calibri"/>
              </a:rPr>
              <a:t> </a:t>
            </a:r>
            <a:r>
              <a:rPr sz="1800" dirty="0">
                <a:solidFill>
                  <a:srgbClr val="FFFFFF"/>
                </a:solidFill>
                <a:latin typeface="Calibri"/>
                <a:cs typeface="Calibri"/>
              </a:rPr>
              <a:t>'Lined</a:t>
            </a:r>
            <a:r>
              <a:rPr sz="1800" spc="-40" dirty="0">
                <a:solidFill>
                  <a:srgbClr val="FFFFFF"/>
                </a:solidFill>
                <a:latin typeface="Calibri"/>
                <a:cs typeface="Calibri"/>
              </a:rPr>
              <a:t> </a:t>
            </a:r>
            <a:r>
              <a:rPr sz="1800" spc="-20" dirty="0">
                <a:solidFill>
                  <a:srgbClr val="FFFFFF"/>
                </a:solidFill>
                <a:latin typeface="Calibri"/>
                <a:cs typeface="Calibri"/>
              </a:rPr>
              <a:t>Seahorse',</a:t>
            </a:r>
            <a:r>
              <a:rPr sz="1800" spc="-15" dirty="0">
                <a:solidFill>
                  <a:srgbClr val="FFFFFF"/>
                </a:solidFill>
                <a:latin typeface="Calibri"/>
                <a:cs typeface="Calibri"/>
              </a:rPr>
              <a:t> </a:t>
            </a:r>
            <a:r>
              <a:rPr sz="1800" spc="-10" dirty="0">
                <a:solidFill>
                  <a:srgbClr val="FFFFFF"/>
                </a:solidFill>
                <a:latin typeface="Calibri"/>
                <a:cs typeface="Calibri"/>
              </a:rPr>
              <a:t>'Hippocampus</a:t>
            </a:r>
            <a:r>
              <a:rPr sz="1800" spc="-85" dirty="0">
                <a:solidFill>
                  <a:srgbClr val="FFFFFF"/>
                </a:solidFill>
                <a:latin typeface="Calibri"/>
                <a:cs typeface="Calibri"/>
              </a:rPr>
              <a:t> </a:t>
            </a:r>
            <a:r>
              <a:rPr sz="1800" spc="-10" dirty="0">
                <a:solidFill>
                  <a:srgbClr val="FFFFFF"/>
                </a:solidFill>
                <a:latin typeface="Calibri"/>
                <a:cs typeface="Calibri"/>
              </a:rPr>
              <a:t>erectus',</a:t>
            </a:r>
            <a:r>
              <a:rPr sz="1800" spc="-20" dirty="0">
                <a:solidFill>
                  <a:srgbClr val="FFFFFF"/>
                </a:solidFill>
                <a:latin typeface="Calibri"/>
                <a:cs typeface="Calibri"/>
              </a:rPr>
              <a:t> 'Syngnathiformes',</a:t>
            </a:r>
            <a:r>
              <a:rPr sz="1800" spc="-10" dirty="0">
                <a:solidFill>
                  <a:srgbClr val="FFFFFF"/>
                </a:solidFill>
                <a:latin typeface="Calibri"/>
                <a:cs typeface="Calibri"/>
              </a:rPr>
              <a:t> 'VU’);</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70" dirty="0">
                <a:solidFill>
                  <a:srgbClr val="FFFFFF"/>
                </a:solidFill>
                <a:latin typeface="Calibri"/>
                <a:cs typeface="Calibri"/>
              </a:rPr>
              <a:t> </a:t>
            </a:r>
            <a:r>
              <a:rPr sz="1800" spc="-20" dirty="0">
                <a:solidFill>
                  <a:srgbClr val="FFFFFF"/>
                </a:solidFill>
                <a:latin typeface="Calibri"/>
                <a:cs typeface="Calibri"/>
              </a:rPr>
              <a:t>INTO</a:t>
            </a:r>
            <a:r>
              <a:rPr sz="1800" spc="-75" dirty="0">
                <a:solidFill>
                  <a:srgbClr val="FFFFFF"/>
                </a:solidFill>
                <a:latin typeface="Calibri"/>
                <a:cs typeface="Calibri"/>
              </a:rPr>
              <a:t> </a:t>
            </a:r>
            <a:r>
              <a:rPr sz="1800" dirty="0">
                <a:solidFill>
                  <a:srgbClr val="FFFFFF"/>
                </a:solidFill>
                <a:latin typeface="Calibri"/>
                <a:cs typeface="Calibri"/>
              </a:rPr>
              <a:t>animal_kind</a:t>
            </a:r>
            <a:r>
              <a:rPr sz="1800" spc="-60" dirty="0">
                <a:solidFill>
                  <a:srgbClr val="FFFFFF"/>
                </a:solidFill>
                <a:latin typeface="Calibri"/>
                <a:cs typeface="Calibri"/>
              </a:rPr>
              <a:t> </a:t>
            </a:r>
            <a:r>
              <a:rPr sz="1800" spc="-65" dirty="0">
                <a:solidFill>
                  <a:srgbClr val="FFFFFF"/>
                </a:solidFill>
                <a:latin typeface="Calibri"/>
                <a:cs typeface="Calibri"/>
              </a:rPr>
              <a:t>VALUES</a:t>
            </a:r>
            <a:r>
              <a:rPr sz="1800" spc="-35" dirty="0">
                <a:solidFill>
                  <a:srgbClr val="FFFFFF"/>
                </a:solidFill>
                <a:latin typeface="Calibri"/>
                <a:cs typeface="Calibri"/>
              </a:rPr>
              <a:t> </a:t>
            </a:r>
            <a:r>
              <a:rPr sz="1800" dirty="0">
                <a:solidFill>
                  <a:srgbClr val="FFFFFF"/>
                </a:solidFill>
                <a:latin typeface="Calibri"/>
                <a:cs typeface="Calibri"/>
              </a:rPr>
              <a:t>(101003,</a:t>
            </a:r>
            <a:r>
              <a:rPr sz="1800" spc="-15" dirty="0">
                <a:solidFill>
                  <a:srgbClr val="FFFFFF"/>
                </a:solidFill>
                <a:latin typeface="Calibri"/>
                <a:cs typeface="Calibri"/>
              </a:rPr>
              <a:t> </a:t>
            </a:r>
            <a:r>
              <a:rPr sz="1800" spc="-20" dirty="0">
                <a:solidFill>
                  <a:srgbClr val="FFFFFF"/>
                </a:solidFill>
                <a:latin typeface="Calibri"/>
                <a:cs typeface="Calibri"/>
              </a:rPr>
              <a:t>'Axolotl',</a:t>
            </a:r>
            <a:r>
              <a:rPr sz="1800" spc="-25" dirty="0">
                <a:solidFill>
                  <a:srgbClr val="FFFFFF"/>
                </a:solidFill>
                <a:latin typeface="Calibri"/>
                <a:cs typeface="Calibri"/>
              </a:rPr>
              <a:t> 'Ambystoma</a:t>
            </a:r>
            <a:r>
              <a:rPr sz="1800" spc="-75" dirty="0">
                <a:solidFill>
                  <a:srgbClr val="FFFFFF"/>
                </a:solidFill>
                <a:latin typeface="Calibri"/>
                <a:cs typeface="Calibri"/>
              </a:rPr>
              <a:t> </a:t>
            </a:r>
            <a:r>
              <a:rPr sz="1800" spc="-20" dirty="0">
                <a:solidFill>
                  <a:srgbClr val="FFFFFF"/>
                </a:solidFill>
                <a:latin typeface="Calibri"/>
                <a:cs typeface="Calibri"/>
              </a:rPr>
              <a:t>mexicanum', </a:t>
            </a:r>
            <a:r>
              <a:rPr sz="1800" dirty="0">
                <a:solidFill>
                  <a:srgbClr val="FFFFFF"/>
                </a:solidFill>
                <a:latin typeface="Calibri"/>
                <a:cs typeface="Calibri"/>
              </a:rPr>
              <a:t>'Urodela',</a:t>
            </a:r>
            <a:r>
              <a:rPr sz="1800" spc="130" dirty="0">
                <a:solidFill>
                  <a:srgbClr val="FFFFFF"/>
                </a:solidFill>
                <a:latin typeface="Calibri"/>
                <a:cs typeface="Calibri"/>
              </a:rPr>
              <a:t> </a:t>
            </a:r>
            <a:r>
              <a:rPr sz="1800" spc="-10" dirty="0">
                <a:solidFill>
                  <a:srgbClr val="FFFFFF"/>
                </a:solidFill>
                <a:latin typeface="Calibri"/>
                <a:cs typeface="Calibri"/>
              </a:rPr>
              <a:t>'CR’);</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75" dirty="0">
                <a:solidFill>
                  <a:srgbClr val="FFFFFF"/>
                </a:solidFill>
                <a:latin typeface="Calibri"/>
                <a:cs typeface="Calibri"/>
              </a:rPr>
              <a:t> </a:t>
            </a:r>
            <a:r>
              <a:rPr sz="1800" spc="-20" dirty="0">
                <a:solidFill>
                  <a:srgbClr val="FFFFFF"/>
                </a:solidFill>
                <a:latin typeface="Calibri"/>
                <a:cs typeface="Calibri"/>
              </a:rPr>
              <a:t>INTO</a:t>
            </a:r>
            <a:r>
              <a:rPr sz="1800" spc="-75" dirty="0">
                <a:solidFill>
                  <a:srgbClr val="FFFFFF"/>
                </a:solidFill>
                <a:latin typeface="Calibri"/>
                <a:cs typeface="Calibri"/>
              </a:rPr>
              <a:t> </a:t>
            </a:r>
            <a:r>
              <a:rPr sz="1800" spc="-10" dirty="0">
                <a:solidFill>
                  <a:srgbClr val="FFFFFF"/>
                </a:solidFill>
                <a:latin typeface="Calibri"/>
                <a:cs typeface="Calibri"/>
              </a:rPr>
              <a:t>animal_kind</a:t>
            </a:r>
            <a:r>
              <a:rPr sz="1800" spc="-5" dirty="0">
                <a:solidFill>
                  <a:srgbClr val="FFFFFF"/>
                </a:solidFill>
                <a:latin typeface="Calibri"/>
                <a:cs typeface="Calibri"/>
              </a:rPr>
              <a:t> </a:t>
            </a:r>
            <a:r>
              <a:rPr sz="1800" spc="-65" dirty="0">
                <a:solidFill>
                  <a:srgbClr val="FFFFFF"/>
                </a:solidFill>
                <a:latin typeface="Calibri"/>
                <a:cs typeface="Calibri"/>
              </a:rPr>
              <a:t>VALUES</a:t>
            </a:r>
            <a:r>
              <a:rPr sz="1800" spc="-35" dirty="0">
                <a:solidFill>
                  <a:srgbClr val="FFFFFF"/>
                </a:solidFill>
                <a:latin typeface="Calibri"/>
                <a:cs typeface="Calibri"/>
              </a:rPr>
              <a:t> </a:t>
            </a:r>
            <a:r>
              <a:rPr sz="1800" spc="-10" dirty="0">
                <a:solidFill>
                  <a:srgbClr val="FFFFFF"/>
                </a:solidFill>
                <a:latin typeface="Calibri"/>
                <a:cs typeface="Calibri"/>
              </a:rPr>
              <a:t>(104001,</a:t>
            </a:r>
            <a:r>
              <a:rPr sz="1800" spc="-60" dirty="0">
                <a:solidFill>
                  <a:srgbClr val="FFFFFF"/>
                </a:solidFill>
                <a:latin typeface="Calibri"/>
                <a:cs typeface="Calibri"/>
              </a:rPr>
              <a:t> </a:t>
            </a:r>
            <a:r>
              <a:rPr sz="1800" spc="-20" dirty="0">
                <a:solidFill>
                  <a:srgbClr val="FFFFFF"/>
                </a:solidFill>
                <a:latin typeface="Calibri"/>
                <a:cs typeface="Calibri"/>
              </a:rPr>
              <a:t>'Crustaceans',</a:t>
            </a:r>
            <a:r>
              <a:rPr sz="1800" spc="-15" dirty="0">
                <a:solidFill>
                  <a:srgbClr val="FFFFFF"/>
                </a:solidFill>
                <a:latin typeface="Calibri"/>
                <a:cs typeface="Calibri"/>
              </a:rPr>
              <a:t> </a:t>
            </a:r>
            <a:r>
              <a:rPr sz="1800" spc="-25" dirty="0">
                <a:solidFill>
                  <a:srgbClr val="FFFFFF"/>
                </a:solidFill>
                <a:latin typeface="Calibri"/>
                <a:cs typeface="Calibri"/>
              </a:rPr>
              <a:t>'Acanthocyclops</a:t>
            </a:r>
            <a:r>
              <a:rPr sz="1800" dirty="0">
                <a:solidFill>
                  <a:srgbClr val="FFFFFF"/>
                </a:solidFill>
                <a:latin typeface="Calibri"/>
                <a:cs typeface="Calibri"/>
              </a:rPr>
              <a:t> </a:t>
            </a:r>
            <a:r>
              <a:rPr sz="1800" spc="-20" dirty="0">
                <a:solidFill>
                  <a:srgbClr val="FFFFFF"/>
                </a:solidFill>
                <a:latin typeface="Calibri"/>
                <a:cs typeface="Calibri"/>
              </a:rPr>
              <a:t>hypogeus', </a:t>
            </a:r>
            <a:r>
              <a:rPr sz="1800" dirty="0">
                <a:solidFill>
                  <a:srgbClr val="FFFFFF"/>
                </a:solidFill>
                <a:latin typeface="Calibri"/>
                <a:cs typeface="Calibri"/>
              </a:rPr>
              <a:t>'Cyclopoida',</a:t>
            </a:r>
            <a:r>
              <a:rPr sz="1800" spc="270" dirty="0">
                <a:solidFill>
                  <a:srgbClr val="FFFFFF"/>
                </a:solidFill>
                <a:latin typeface="Calibri"/>
                <a:cs typeface="Calibri"/>
              </a:rPr>
              <a:t> </a:t>
            </a:r>
            <a:r>
              <a:rPr sz="1800" spc="-10" dirty="0">
                <a:solidFill>
                  <a:srgbClr val="FFFFFF"/>
                </a:solidFill>
                <a:latin typeface="Calibri"/>
                <a:cs typeface="Calibri"/>
              </a:rPr>
              <a:t>'VU’);</a:t>
            </a:r>
            <a:endParaRPr sz="1800">
              <a:latin typeface="Calibri"/>
              <a:cs typeface="Calibri"/>
            </a:endParaRPr>
          </a:p>
        </p:txBody>
      </p:sp>
      <p:pic>
        <p:nvPicPr>
          <p:cNvPr id="5" name="Picture 4">
            <a:extLst>
              <a:ext uri="{FF2B5EF4-FFF2-40B4-BE49-F238E27FC236}">
                <a16:creationId xmlns:a16="http://schemas.microsoft.com/office/drawing/2014/main" id="{D2A8D701-21A2-E3F3-22B3-0A31A3D80E10}"/>
              </a:ext>
            </a:extLst>
          </p:cNvPr>
          <p:cNvPicPr>
            <a:picLocks noChangeAspect="1"/>
          </p:cNvPicPr>
          <p:nvPr/>
        </p:nvPicPr>
        <p:blipFill>
          <a:blip r:embed="rId2"/>
          <a:stretch>
            <a:fillRect/>
          </a:stretch>
        </p:blipFill>
        <p:spPr>
          <a:xfrm>
            <a:off x="2895600" y="2895600"/>
            <a:ext cx="5943600" cy="2895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6492" y="872744"/>
            <a:ext cx="4417695" cy="416814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alibri"/>
                <a:cs typeface="Calibri"/>
              </a:rPr>
              <a:t>create</a:t>
            </a:r>
            <a:r>
              <a:rPr sz="1800" spc="-80" dirty="0">
                <a:solidFill>
                  <a:srgbClr val="FFFFFF"/>
                </a:solidFill>
                <a:latin typeface="Calibri"/>
                <a:cs typeface="Calibri"/>
              </a:rPr>
              <a:t> </a:t>
            </a:r>
            <a:r>
              <a:rPr sz="1800" dirty="0">
                <a:solidFill>
                  <a:srgbClr val="FFFFFF"/>
                </a:solidFill>
                <a:latin typeface="Calibri"/>
                <a:cs typeface="Calibri"/>
              </a:rPr>
              <a:t>table</a:t>
            </a:r>
            <a:r>
              <a:rPr sz="1800" spc="-10" dirty="0">
                <a:solidFill>
                  <a:srgbClr val="FFFFFF"/>
                </a:solidFill>
                <a:latin typeface="Calibri"/>
                <a:cs typeface="Calibri"/>
              </a:rPr>
              <a:t> animal(</a:t>
            </a:r>
            <a:endParaRPr sz="1800" dirty="0">
              <a:latin typeface="Calibri"/>
              <a:cs typeface="Calibri"/>
            </a:endParaRPr>
          </a:p>
          <a:p>
            <a:pPr marL="12700" marR="1440815" indent="103505">
              <a:lnSpc>
                <a:spcPct val="100000"/>
              </a:lnSpc>
            </a:pPr>
            <a:r>
              <a:rPr sz="1800" spc="-10" dirty="0" err="1">
                <a:solidFill>
                  <a:srgbClr val="FFFFFF"/>
                </a:solidFill>
                <a:latin typeface="Calibri"/>
                <a:cs typeface="Calibri"/>
              </a:rPr>
              <a:t>animal_id</a:t>
            </a:r>
            <a:r>
              <a:rPr sz="1800" spc="-75" dirty="0">
                <a:solidFill>
                  <a:srgbClr val="FFFFFF"/>
                </a:solidFill>
                <a:latin typeface="Calibri"/>
                <a:cs typeface="Calibri"/>
              </a:rPr>
              <a:t> </a:t>
            </a:r>
            <a:r>
              <a:rPr lang="en-US" sz="1800" dirty="0">
                <a:solidFill>
                  <a:srgbClr val="FFFFFF"/>
                </a:solidFill>
                <a:latin typeface="Calibri"/>
                <a:cs typeface="Calibri"/>
              </a:rPr>
              <a:t>INT</a:t>
            </a:r>
            <a:r>
              <a:rPr sz="1800" spc="-45" dirty="0">
                <a:solidFill>
                  <a:srgbClr val="FFFFFF"/>
                </a:solidFill>
                <a:latin typeface="Calibri"/>
                <a:cs typeface="Calibri"/>
              </a:rPr>
              <a:t> </a:t>
            </a:r>
            <a:r>
              <a:rPr sz="1800" dirty="0">
                <a:solidFill>
                  <a:srgbClr val="FFFFFF"/>
                </a:solidFill>
                <a:latin typeface="Calibri"/>
                <a:cs typeface="Calibri"/>
              </a:rPr>
              <a:t>primary</a:t>
            </a:r>
            <a:r>
              <a:rPr sz="1800" spc="-65" dirty="0">
                <a:solidFill>
                  <a:srgbClr val="FFFFFF"/>
                </a:solidFill>
                <a:latin typeface="Calibri"/>
                <a:cs typeface="Calibri"/>
              </a:rPr>
              <a:t> </a:t>
            </a:r>
            <a:r>
              <a:rPr sz="1800" spc="-70" dirty="0">
                <a:solidFill>
                  <a:srgbClr val="FFFFFF"/>
                </a:solidFill>
                <a:latin typeface="Calibri"/>
                <a:cs typeface="Calibri"/>
              </a:rPr>
              <a:t>key, </a:t>
            </a:r>
            <a:r>
              <a:rPr sz="1800" spc="-10" dirty="0">
                <a:solidFill>
                  <a:srgbClr val="FFFFFF"/>
                </a:solidFill>
                <a:latin typeface="Calibri"/>
                <a:cs typeface="Calibri"/>
              </a:rPr>
              <a:t>animal_name</a:t>
            </a:r>
            <a:r>
              <a:rPr sz="1800" spc="-30" dirty="0">
                <a:solidFill>
                  <a:srgbClr val="FFFFFF"/>
                </a:solidFill>
                <a:latin typeface="Calibri"/>
                <a:cs typeface="Calibri"/>
              </a:rPr>
              <a:t> </a:t>
            </a:r>
            <a:r>
              <a:rPr sz="1800" spc="-10" dirty="0">
                <a:solidFill>
                  <a:srgbClr val="FFFFFF"/>
                </a:solidFill>
                <a:latin typeface="Calibri"/>
                <a:cs typeface="Calibri"/>
              </a:rPr>
              <a:t>varchar(100), </a:t>
            </a:r>
            <a:r>
              <a:rPr sz="1800" spc="-10" dirty="0" err="1">
                <a:solidFill>
                  <a:srgbClr val="FFFFFF"/>
                </a:solidFill>
                <a:latin typeface="Calibri"/>
                <a:cs typeface="Calibri"/>
              </a:rPr>
              <a:t>cage_no</a:t>
            </a:r>
            <a:r>
              <a:rPr sz="1800" spc="-70" dirty="0">
                <a:solidFill>
                  <a:srgbClr val="FFFFFF"/>
                </a:solidFill>
                <a:latin typeface="Calibri"/>
                <a:cs typeface="Calibri"/>
              </a:rPr>
              <a:t> </a:t>
            </a:r>
            <a:r>
              <a:rPr lang="en-US" sz="1800" dirty="0">
                <a:solidFill>
                  <a:srgbClr val="FFFFFF"/>
                </a:solidFill>
                <a:latin typeface="Calibri"/>
                <a:cs typeface="Calibri"/>
              </a:rPr>
              <a:t>INT</a:t>
            </a:r>
            <a:r>
              <a:rPr sz="1800" spc="-10" dirty="0">
                <a:solidFill>
                  <a:srgbClr val="FFFFFF"/>
                </a:solidFill>
                <a:latin typeface="Calibri"/>
                <a:cs typeface="Calibri"/>
              </a:rPr>
              <a:t>,</a:t>
            </a:r>
            <a:endParaRPr sz="1800" dirty="0">
              <a:latin typeface="Calibri"/>
              <a:cs typeface="Calibri"/>
            </a:endParaRPr>
          </a:p>
          <a:p>
            <a:pPr marL="12700" marR="2967990" indent="51435" algn="just">
              <a:lnSpc>
                <a:spcPct val="100000"/>
              </a:lnSpc>
            </a:pPr>
            <a:r>
              <a:rPr lang="en-IN" sz="1800" spc="-10" dirty="0">
                <a:solidFill>
                  <a:srgbClr val="FFFFFF"/>
                </a:solidFill>
                <a:latin typeface="Calibri"/>
                <a:cs typeface="Calibri"/>
              </a:rPr>
              <a:t>H</a:t>
            </a:r>
            <a:r>
              <a:rPr sz="1800" spc="-10" dirty="0">
                <a:solidFill>
                  <a:srgbClr val="FFFFFF"/>
                </a:solidFill>
                <a:latin typeface="Calibri"/>
                <a:cs typeface="Calibri"/>
              </a:rPr>
              <a:t>eight</a:t>
            </a:r>
            <a:r>
              <a:rPr lang="en-US" spc="-95" dirty="0">
                <a:solidFill>
                  <a:srgbClr val="FFFFFF"/>
                </a:solidFill>
                <a:latin typeface="Calibri"/>
                <a:cs typeface="Calibri"/>
              </a:rPr>
              <a:t> </a:t>
            </a:r>
            <a:r>
              <a:rPr lang="en-US" sz="1800" dirty="0">
                <a:solidFill>
                  <a:srgbClr val="FFFFFF"/>
                </a:solidFill>
                <a:latin typeface="Calibri"/>
                <a:cs typeface="Calibri"/>
              </a:rPr>
              <a:t>INT</a:t>
            </a:r>
            <a:r>
              <a:rPr sz="1800" spc="-60" dirty="0">
                <a:solidFill>
                  <a:srgbClr val="FFFFFF"/>
                </a:solidFill>
                <a:latin typeface="Calibri"/>
                <a:cs typeface="Calibri"/>
              </a:rPr>
              <a:t>, </a:t>
            </a:r>
            <a:r>
              <a:rPr sz="1800" spc="-20" dirty="0">
                <a:solidFill>
                  <a:srgbClr val="FFFFFF"/>
                </a:solidFill>
                <a:latin typeface="Calibri"/>
                <a:cs typeface="Calibri"/>
              </a:rPr>
              <a:t>weight</a:t>
            </a:r>
            <a:r>
              <a:rPr sz="1800" spc="-55" dirty="0">
                <a:solidFill>
                  <a:srgbClr val="FFFFFF"/>
                </a:solidFill>
                <a:latin typeface="Calibri"/>
                <a:cs typeface="Calibri"/>
              </a:rPr>
              <a:t> </a:t>
            </a:r>
            <a:r>
              <a:rPr lang="en-US" sz="1800" dirty="0">
                <a:solidFill>
                  <a:srgbClr val="FFFFFF"/>
                </a:solidFill>
                <a:latin typeface="Calibri"/>
                <a:cs typeface="Calibri"/>
              </a:rPr>
              <a:t>INT</a:t>
            </a:r>
            <a:r>
              <a:rPr sz="1800" spc="-50" dirty="0">
                <a:solidFill>
                  <a:srgbClr val="FFFFFF"/>
                </a:solidFill>
                <a:latin typeface="Calibri"/>
                <a:cs typeface="Calibri"/>
              </a:rPr>
              <a:t>, </a:t>
            </a:r>
            <a:r>
              <a:rPr sz="1800" dirty="0">
                <a:solidFill>
                  <a:srgbClr val="FFFFFF"/>
                </a:solidFill>
                <a:latin typeface="Calibri"/>
                <a:cs typeface="Calibri"/>
              </a:rPr>
              <a:t>age</a:t>
            </a:r>
            <a:r>
              <a:rPr lang="en-US" spc="-100" dirty="0">
                <a:solidFill>
                  <a:srgbClr val="FFFFFF"/>
                </a:solidFill>
                <a:latin typeface="Calibri"/>
                <a:cs typeface="Calibri"/>
              </a:rPr>
              <a:t> </a:t>
            </a:r>
            <a:r>
              <a:rPr lang="en-US" sz="1800" dirty="0">
                <a:solidFill>
                  <a:srgbClr val="FFFFFF"/>
                </a:solidFill>
                <a:latin typeface="Calibri"/>
                <a:cs typeface="Calibri"/>
              </a:rPr>
              <a:t>INT</a:t>
            </a:r>
            <a:r>
              <a:rPr sz="1800" spc="-10" dirty="0">
                <a:solidFill>
                  <a:srgbClr val="FFFFFF"/>
                </a:solidFill>
                <a:latin typeface="Calibri"/>
                <a:cs typeface="Calibri"/>
              </a:rPr>
              <a:t>,</a:t>
            </a:r>
            <a:endParaRPr sz="1800" dirty="0">
              <a:latin typeface="Calibri"/>
              <a:cs typeface="Calibri"/>
            </a:endParaRPr>
          </a:p>
          <a:p>
            <a:pPr marL="12700" marR="2423160" algn="just">
              <a:lnSpc>
                <a:spcPct val="100000"/>
              </a:lnSpc>
            </a:pPr>
            <a:r>
              <a:rPr sz="1800" spc="-20" dirty="0">
                <a:solidFill>
                  <a:srgbClr val="FFFFFF"/>
                </a:solidFill>
                <a:latin typeface="Calibri"/>
                <a:cs typeface="Calibri"/>
              </a:rPr>
              <a:t>gender</a:t>
            </a:r>
            <a:r>
              <a:rPr sz="1800" spc="-45" dirty="0">
                <a:solidFill>
                  <a:srgbClr val="FFFFFF"/>
                </a:solidFill>
                <a:latin typeface="Calibri"/>
                <a:cs typeface="Calibri"/>
              </a:rPr>
              <a:t> </a:t>
            </a:r>
            <a:r>
              <a:rPr sz="1800" spc="-10" dirty="0">
                <a:solidFill>
                  <a:srgbClr val="FFFFFF"/>
                </a:solidFill>
                <a:latin typeface="Calibri"/>
                <a:cs typeface="Calibri"/>
              </a:rPr>
              <a:t>varchar(10), </a:t>
            </a:r>
            <a:r>
              <a:rPr sz="1800" dirty="0">
                <a:solidFill>
                  <a:srgbClr val="FFFFFF"/>
                </a:solidFill>
                <a:latin typeface="Calibri"/>
                <a:cs typeface="Calibri"/>
              </a:rPr>
              <a:t>origin</a:t>
            </a:r>
            <a:r>
              <a:rPr sz="1800" spc="-55" dirty="0">
                <a:solidFill>
                  <a:srgbClr val="FFFFFF"/>
                </a:solidFill>
                <a:latin typeface="Calibri"/>
                <a:cs typeface="Calibri"/>
              </a:rPr>
              <a:t> </a:t>
            </a:r>
            <a:r>
              <a:rPr sz="1800" spc="-10" dirty="0">
                <a:solidFill>
                  <a:srgbClr val="FFFFFF"/>
                </a:solidFill>
                <a:latin typeface="Calibri"/>
                <a:cs typeface="Calibri"/>
              </a:rPr>
              <a:t>varchar(100), </a:t>
            </a:r>
            <a:r>
              <a:rPr sz="1800" dirty="0" err="1">
                <a:solidFill>
                  <a:srgbClr val="FFFFFF"/>
                </a:solidFill>
                <a:latin typeface="Calibri"/>
                <a:cs typeface="Calibri"/>
              </a:rPr>
              <a:t>animalk_id</a:t>
            </a:r>
            <a:r>
              <a:rPr lang="en-US" spc="-55" dirty="0">
                <a:solidFill>
                  <a:srgbClr val="FFFFFF"/>
                </a:solidFill>
                <a:latin typeface="Calibri"/>
                <a:cs typeface="Calibri"/>
              </a:rPr>
              <a:t> </a:t>
            </a:r>
            <a:r>
              <a:rPr lang="en-US" sz="1800" dirty="0">
                <a:solidFill>
                  <a:srgbClr val="FFFFFF"/>
                </a:solidFill>
                <a:latin typeface="Calibri"/>
                <a:cs typeface="Calibri"/>
              </a:rPr>
              <a:t>INT</a:t>
            </a:r>
            <a:r>
              <a:rPr sz="1800" spc="-10" dirty="0">
                <a:solidFill>
                  <a:srgbClr val="FFFFFF"/>
                </a:solidFill>
                <a:latin typeface="Calibri"/>
                <a:cs typeface="Calibri"/>
              </a:rPr>
              <a:t>,</a:t>
            </a:r>
            <a:endParaRPr sz="1800" dirty="0">
              <a:latin typeface="Calibri"/>
              <a:cs typeface="Calibri"/>
            </a:endParaRPr>
          </a:p>
          <a:p>
            <a:pPr marL="12700" marR="749300" algn="just">
              <a:lnSpc>
                <a:spcPct val="100000"/>
              </a:lnSpc>
              <a:spcBef>
                <a:spcPts val="5"/>
              </a:spcBef>
            </a:pPr>
            <a:r>
              <a:rPr sz="1800" dirty="0">
                <a:solidFill>
                  <a:srgbClr val="FFFFFF"/>
                </a:solidFill>
                <a:latin typeface="Calibri"/>
                <a:cs typeface="Calibri"/>
              </a:rPr>
              <a:t>FOREIGN</a:t>
            </a:r>
            <a:r>
              <a:rPr sz="1800" spc="-45" dirty="0">
                <a:solidFill>
                  <a:srgbClr val="FFFFFF"/>
                </a:solidFill>
                <a:latin typeface="Calibri"/>
                <a:cs typeface="Calibri"/>
              </a:rPr>
              <a:t> </a:t>
            </a:r>
            <a:r>
              <a:rPr sz="1800" dirty="0">
                <a:solidFill>
                  <a:srgbClr val="FFFFFF"/>
                </a:solidFill>
                <a:latin typeface="Calibri"/>
                <a:cs typeface="Calibri"/>
              </a:rPr>
              <a:t>KEY</a:t>
            </a:r>
            <a:r>
              <a:rPr sz="1800" spc="-10" dirty="0">
                <a:solidFill>
                  <a:srgbClr val="FFFFFF"/>
                </a:solidFill>
                <a:latin typeface="Calibri"/>
                <a:cs typeface="Calibri"/>
              </a:rPr>
              <a:t> (animalk_id)</a:t>
            </a:r>
            <a:r>
              <a:rPr sz="1800" spc="-75" dirty="0">
                <a:solidFill>
                  <a:srgbClr val="FFFFFF"/>
                </a:solidFill>
                <a:latin typeface="Calibri"/>
                <a:cs typeface="Calibri"/>
              </a:rPr>
              <a:t> </a:t>
            </a:r>
            <a:r>
              <a:rPr sz="1800" spc="-10" dirty="0">
                <a:solidFill>
                  <a:srgbClr val="FFFFFF"/>
                </a:solidFill>
                <a:latin typeface="Calibri"/>
                <a:cs typeface="Calibri"/>
              </a:rPr>
              <a:t>REFERENCES animal_kind(animalk_id),</a:t>
            </a:r>
            <a:endParaRPr sz="1800" dirty="0">
              <a:latin typeface="Calibri"/>
              <a:cs typeface="Calibri"/>
            </a:endParaRPr>
          </a:p>
          <a:p>
            <a:pPr marL="64135" algn="just">
              <a:lnSpc>
                <a:spcPct val="100000"/>
              </a:lnSpc>
              <a:spcBef>
                <a:spcPts val="210"/>
              </a:spcBef>
            </a:pPr>
            <a:r>
              <a:rPr sz="1800" spc="-20" dirty="0" err="1">
                <a:solidFill>
                  <a:srgbClr val="FFFFFF"/>
                </a:solidFill>
                <a:latin typeface="Calibri"/>
                <a:cs typeface="Calibri"/>
              </a:rPr>
              <a:t>zoo_id</a:t>
            </a:r>
            <a:r>
              <a:rPr sz="1800" spc="-65" dirty="0">
                <a:solidFill>
                  <a:srgbClr val="FFFFFF"/>
                </a:solidFill>
                <a:latin typeface="Calibri"/>
                <a:cs typeface="Calibri"/>
              </a:rPr>
              <a:t> </a:t>
            </a:r>
            <a:r>
              <a:rPr lang="en-US" sz="1800" dirty="0">
                <a:solidFill>
                  <a:srgbClr val="FFFFFF"/>
                </a:solidFill>
                <a:latin typeface="Calibri"/>
                <a:cs typeface="Calibri"/>
              </a:rPr>
              <a:t>INT</a:t>
            </a:r>
            <a:r>
              <a:rPr sz="1800" spc="-10" dirty="0">
                <a:solidFill>
                  <a:srgbClr val="FFFFFF"/>
                </a:solidFill>
                <a:latin typeface="Calibri"/>
                <a:cs typeface="Calibri"/>
              </a:rPr>
              <a:t>,</a:t>
            </a:r>
            <a:endParaRPr sz="1800" dirty="0">
              <a:latin typeface="Calibri"/>
              <a:cs typeface="Calibri"/>
            </a:endParaRPr>
          </a:p>
          <a:p>
            <a:pPr marL="104139">
              <a:lnSpc>
                <a:spcPts val="1975"/>
              </a:lnSpc>
              <a:spcBef>
                <a:spcPts val="365"/>
              </a:spcBef>
            </a:pPr>
            <a:r>
              <a:rPr sz="1800" dirty="0">
                <a:solidFill>
                  <a:srgbClr val="FFFFFF"/>
                </a:solidFill>
                <a:latin typeface="Calibri"/>
                <a:cs typeface="Calibri"/>
              </a:rPr>
              <a:t>FOREIGN</a:t>
            </a:r>
            <a:r>
              <a:rPr sz="1800" spc="-35" dirty="0">
                <a:solidFill>
                  <a:srgbClr val="FFFFFF"/>
                </a:solidFill>
                <a:latin typeface="Calibri"/>
                <a:cs typeface="Calibri"/>
              </a:rPr>
              <a:t> </a:t>
            </a:r>
            <a:r>
              <a:rPr sz="1800" spc="-25" dirty="0">
                <a:solidFill>
                  <a:srgbClr val="FFFFFF"/>
                </a:solidFill>
                <a:latin typeface="Calibri"/>
                <a:cs typeface="Calibri"/>
              </a:rPr>
              <a:t>KEY(zoo_id)</a:t>
            </a:r>
            <a:r>
              <a:rPr sz="1800" spc="-105" dirty="0">
                <a:solidFill>
                  <a:srgbClr val="FFFFFF"/>
                </a:solidFill>
                <a:latin typeface="Calibri"/>
                <a:cs typeface="Calibri"/>
              </a:rPr>
              <a:t> </a:t>
            </a:r>
            <a:r>
              <a:rPr sz="1800" dirty="0">
                <a:solidFill>
                  <a:srgbClr val="FFFFFF"/>
                </a:solidFill>
                <a:latin typeface="Calibri"/>
                <a:cs typeface="Calibri"/>
              </a:rPr>
              <a:t>REFERENCES </a:t>
            </a:r>
            <a:r>
              <a:rPr sz="1800" spc="-10" dirty="0">
                <a:solidFill>
                  <a:srgbClr val="FFFFFF"/>
                </a:solidFill>
                <a:latin typeface="Calibri"/>
                <a:cs typeface="Calibri"/>
              </a:rPr>
              <a:t>zoo(zoo_id)</a:t>
            </a:r>
            <a:endParaRPr sz="1800" dirty="0">
              <a:latin typeface="Calibri"/>
              <a:cs typeface="Calibri"/>
            </a:endParaRPr>
          </a:p>
          <a:p>
            <a:pPr marL="12700">
              <a:lnSpc>
                <a:spcPts val="1975"/>
              </a:lnSpc>
            </a:pPr>
            <a:r>
              <a:rPr sz="1800" spc="-25" dirty="0">
                <a:solidFill>
                  <a:srgbClr val="FFFFFF"/>
                </a:solidFill>
                <a:latin typeface="Calibri"/>
                <a:cs typeface="Calibri"/>
              </a:rPr>
              <a:t>);</a:t>
            </a:r>
            <a:endParaRPr sz="1800" dirty="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7478" y="643509"/>
            <a:ext cx="9519285" cy="276923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FFFF"/>
                </a:solidFill>
                <a:latin typeface="Calibri"/>
                <a:cs typeface="Calibri"/>
              </a:rPr>
              <a:t>INSERT</a:t>
            </a:r>
            <a:r>
              <a:rPr sz="1800" spc="-90"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dirty="0">
                <a:solidFill>
                  <a:srgbClr val="FFFFFF"/>
                </a:solidFill>
                <a:latin typeface="Calibri"/>
                <a:cs typeface="Calibri"/>
              </a:rPr>
              <a:t>animal</a:t>
            </a:r>
            <a:r>
              <a:rPr sz="1800" spc="-65" dirty="0">
                <a:solidFill>
                  <a:srgbClr val="FFFFFF"/>
                </a:solidFill>
                <a:latin typeface="Calibri"/>
                <a:cs typeface="Calibri"/>
              </a:rPr>
              <a:t> </a:t>
            </a:r>
            <a:r>
              <a:rPr sz="1800" spc="-55" dirty="0">
                <a:solidFill>
                  <a:srgbClr val="FFFFFF"/>
                </a:solidFill>
                <a:latin typeface="Calibri"/>
                <a:cs typeface="Calibri"/>
              </a:rPr>
              <a:t>VALUES</a:t>
            </a:r>
            <a:r>
              <a:rPr sz="1800" spc="-50" dirty="0">
                <a:solidFill>
                  <a:srgbClr val="FFFFFF"/>
                </a:solidFill>
                <a:latin typeface="Calibri"/>
                <a:cs typeface="Calibri"/>
              </a:rPr>
              <a:t> </a:t>
            </a:r>
            <a:r>
              <a:rPr sz="1800" dirty="0">
                <a:solidFill>
                  <a:srgbClr val="FFFFFF"/>
                </a:solidFill>
                <a:latin typeface="Calibri"/>
                <a:cs typeface="Calibri"/>
              </a:rPr>
              <a:t>(30001,</a:t>
            </a:r>
            <a:r>
              <a:rPr sz="1800" spc="-25" dirty="0">
                <a:solidFill>
                  <a:srgbClr val="FFFFFF"/>
                </a:solidFill>
                <a:latin typeface="Calibri"/>
                <a:cs typeface="Calibri"/>
              </a:rPr>
              <a:t> </a:t>
            </a:r>
            <a:r>
              <a:rPr sz="1800" dirty="0">
                <a:solidFill>
                  <a:srgbClr val="FFFFFF"/>
                </a:solidFill>
                <a:latin typeface="Calibri"/>
                <a:cs typeface="Calibri"/>
              </a:rPr>
              <a:t>‘King</a:t>
            </a:r>
            <a:r>
              <a:rPr sz="1800" spc="-45" dirty="0">
                <a:solidFill>
                  <a:srgbClr val="FFFFFF"/>
                </a:solidFill>
                <a:latin typeface="Calibri"/>
                <a:cs typeface="Calibri"/>
              </a:rPr>
              <a:t> </a:t>
            </a:r>
            <a:r>
              <a:rPr sz="1800" spc="-10" dirty="0">
                <a:solidFill>
                  <a:srgbClr val="FFFFFF"/>
                </a:solidFill>
                <a:latin typeface="Calibri"/>
                <a:cs typeface="Calibri"/>
              </a:rPr>
              <a:t>Cobra',</a:t>
            </a:r>
            <a:r>
              <a:rPr sz="1800" spc="-30" dirty="0">
                <a:solidFill>
                  <a:srgbClr val="FFFFFF"/>
                </a:solidFill>
                <a:latin typeface="Calibri"/>
                <a:cs typeface="Calibri"/>
              </a:rPr>
              <a:t> </a:t>
            </a:r>
            <a:r>
              <a:rPr sz="1800" dirty="0">
                <a:solidFill>
                  <a:srgbClr val="FFFFFF"/>
                </a:solidFill>
                <a:latin typeface="Calibri"/>
                <a:cs typeface="Calibri"/>
              </a:rPr>
              <a:t>101,</a:t>
            </a:r>
            <a:r>
              <a:rPr sz="1800" spc="-50" dirty="0">
                <a:solidFill>
                  <a:srgbClr val="FFFFFF"/>
                </a:solidFill>
                <a:latin typeface="Calibri"/>
                <a:cs typeface="Calibri"/>
              </a:rPr>
              <a:t> </a:t>
            </a:r>
            <a:r>
              <a:rPr sz="1800" dirty="0">
                <a:solidFill>
                  <a:srgbClr val="FFFFFF"/>
                </a:solidFill>
                <a:latin typeface="Calibri"/>
                <a:cs typeface="Calibri"/>
              </a:rPr>
              <a:t>23,</a:t>
            </a:r>
            <a:r>
              <a:rPr sz="1800" spc="-40" dirty="0">
                <a:solidFill>
                  <a:srgbClr val="FFFFFF"/>
                </a:solidFill>
                <a:latin typeface="Calibri"/>
                <a:cs typeface="Calibri"/>
              </a:rPr>
              <a:t> </a:t>
            </a:r>
            <a:r>
              <a:rPr sz="1800" dirty="0">
                <a:solidFill>
                  <a:srgbClr val="FFFFFF"/>
                </a:solidFill>
                <a:latin typeface="Calibri"/>
                <a:cs typeface="Calibri"/>
              </a:rPr>
              <a:t>1,</a:t>
            </a:r>
            <a:r>
              <a:rPr sz="1800" spc="-35" dirty="0">
                <a:solidFill>
                  <a:srgbClr val="FFFFFF"/>
                </a:solidFill>
                <a:latin typeface="Calibri"/>
                <a:cs typeface="Calibri"/>
              </a:rPr>
              <a:t> </a:t>
            </a:r>
            <a:r>
              <a:rPr sz="1800" dirty="0">
                <a:solidFill>
                  <a:srgbClr val="FFFFFF"/>
                </a:solidFill>
                <a:latin typeface="Calibri"/>
                <a:cs typeface="Calibri"/>
              </a:rPr>
              <a:t>2,</a:t>
            </a:r>
            <a:r>
              <a:rPr sz="1800" spc="-35" dirty="0">
                <a:solidFill>
                  <a:srgbClr val="FFFFFF"/>
                </a:solidFill>
                <a:latin typeface="Calibri"/>
                <a:cs typeface="Calibri"/>
              </a:rPr>
              <a:t> </a:t>
            </a:r>
            <a:r>
              <a:rPr sz="1800" dirty="0">
                <a:solidFill>
                  <a:srgbClr val="FFFFFF"/>
                </a:solidFill>
                <a:latin typeface="Calibri"/>
                <a:cs typeface="Calibri"/>
              </a:rPr>
              <a:t>'M',</a:t>
            </a:r>
            <a:r>
              <a:rPr sz="1800" spc="-15" dirty="0">
                <a:solidFill>
                  <a:srgbClr val="FFFFFF"/>
                </a:solidFill>
                <a:latin typeface="Calibri"/>
                <a:cs typeface="Calibri"/>
              </a:rPr>
              <a:t> </a:t>
            </a:r>
            <a:r>
              <a:rPr sz="1800" dirty="0">
                <a:solidFill>
                  <a:srgbClr val="FFFFFF"/>
                </a:solidFill>
                <a:latin typeface="Calibri"/>
                <a:cs typeface="Calibri"/>
              </a:rPr>
              <a:t>'North</a:t>
            </a:r>
            <a:r>
              <a:rPr sz="1800" spc="-60" dirty="0">
                <a:solidFill>
                  <a:srgbClr val="FFFFFF"/>
                </a:solidFill>
                <a:latin typeface="Calibri"/>
                <a:cs typeface="Calibri"/>
              </a:rPr>
              <a:t> </a:t>
            </a:r>
            <a:r>
              <a:rPr sz="1800" spc="-10" dirty="0">
                <a:solidFill>
                  <a:srgbClr val="FFFFFF"/>
                </a:solidFill>
                <a:latin typeface="Calibri"/>
                <a:cs typeface="Calibri"/>
              </a:rPr>
              <a:t>america',</a:t>
            </a:r>
            <a:r>
              <a:rPr sz="1800" spc="-70" dirty="0">
                <a:solidFill>
                  <a:srgbClr val="FFFFFF"/>
                </a:solidFill>
                <a:latin typeface="Calibri"/>
                <a:cs typeface="Calibri"/>
              </a:rPr>
              <a:t> </a:t>
            </a:r>
            <a:r>
              <a:rPr sz="1800" dirty="0">
                <a:solidFill>
                  <a:srgbClr val="FFFFFF"/>
                </a:solidFill>
                <a:latin typeface="Calibri"/>
                <a:cs typeface="Calibri"/>
              </a:rPr>
              <a:t>105001,</a:t>
            </a:r>
            <a:r>
              <a:rPr sz="1800" spc="185" dirty="0">
                <a:solidFill>
                  <a:srgbClr val="FFFFFF"/>
                </a:solidFill>
                <a:latin typeface="Calibri"/>
                <a:cs typeface="Calibri"/>
              </a:rPr>
              <a:t> </a:t>
            </a:r>
            <a:r>
              <a:rPr sz="1800" spc="-10" dirty="0">
                <a:solidFill>
                  <a:srgbClr val="FFFFFF"/>
                </a:solidFill>
                <a:latin typeface="Calibri"/>
                <a:cs typeface="Calibri"/>
              </a:rPr>
              <a:t>10009);</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85" dirty="0">
                <a:solidFill>
                  <a:srgbClr val="FFFFFF"/>
                </a:solidFill>
                <a:latin typeface="Calibri"/>
                <a:cs typeface="Calibri"/>
              </a:rPr>
              <a:t> </a:t>
            </a:r>
            <a:r>
              <a:rPr sz="1800" spc="-20" dirty="0">
                <a:solidFill>
                  <a:srgbClr val="FFFFFF"/>
                </a:solidFill>
                <a:latin typeface="Calibri"/>
                <a:cs typeface="Calibri"/>
              </a:rPr>
              <a:t>INTO</a:t>
            </a:r>
            <a:r>
              <a:rPr sz="1800" spc="-85" dirty="0">
                <a:solidFill>
                  <a:srgbClr val="FFFFFF"/>
                </a:solidFill>
                <a:latin typeface="Calibri"/>
                <a:cs typeface="Calibri"/>
              </a:rPr>
              <a:t> </a:t>
            </a:r>
            <a:r>
              <a:rPr sz="1800" dirty="0">
                <a:solidFill>
                  <a:srgbClr val="FFFFFF"/>
                </a:solidFill>
                <a:latin typeface="Calibri"/>
                <a:cs typeface="Calibri"/>
              </a:rPr>
              <a:t>animal</a:t>
            </a:r>
            <a:r>
              <a:rPr sz="1800" spc="-60" dirty="0">
                <a:solidFill>
                  <a:srgbClr val="FFFFFF"/>
                </a:solidFill>
                <a:latin typeface="Calibri"/>
                <a:cs typeface="Calibri"/>
              </a:rPr>
              <a:t> </a:t>
            </a:r>
            <a:r>
              <a:rPr sz="1800" spc="-55" dirty="0">
                <a:solidFill>
                  <a:srgbClr val="FFFFFF"/>
                </a:solidFill>
                <a:latin typeface="Calibri"/>
                <a:cs typeface="Calibri"/>
              </a:rPr>
              <a:t>VALUES</a:t>
            </a:r>
            <a:r>
              <a:rPr sz="1800" spc="-50" dirty="0">
                <a:solidFill>
                  <a:srgbClr val="FFFFFF"/>
                </a:solidFill>
                <a:latin typeface="Calibri"/>
                <a:cs typeface="Calibri"/>
              </a:rPr>
              <a:t> </a:t>
            </a:r>
            <a:r>
              <a:rPr sz="1800" dirty="0">
                <a:solidFill>
                  <a:srgbClr val="FFFFFF"/>
                </a:solidFill>
                <a:latin typeface="Calibri"/>
                <a:cs typeface="Calibri"/>
              </a:rPr>
              <a:t>(30002,</a:t>
            </a:r>
            <a:r>
              <a:rPr sz="1800" spc="-25" dirty="0">
                <a:solidFill>
                  <a:srgbClr val="FFFFFF"/>
                </a:solidFill>
                <a:latin typeface="Calibri"/>
                <a:cs typeface="Calibri"/>
              </a:rPr>
              <a:t> </a:t>
            </a:r>
            <a:r>
              <a:rPr sz="1800" spc="-20" dirty="0">
                <a:solidFill>
                  <a:srgbClr val="FFFFFF"/>
                </a:solidFill>
                <a:latin typeface="Calibri"/>
                <a:cs typeface="Calibri"/>
              </a:rPr>
              <a:t>'Monkey', </a:t>
            </a:r>
            <a:r>
              <a:rPr sz="1800" dirty="0">
                <a:solidFill>
                  <a:srgbClr val="FFFFFF"/>
                </a:solidFill>
                <a:latin typeface="Calibri"/>
                <a:cs typeface="Calibri"/>
              </a:rPr>
              <a:t>102,</a:t>
            </a:r>
            <a:r>
              <a:rPr sz="1800" spc="-30" dirty="0">
                <a:solidFill>
                  <a:srgbClr val="FFFFFF"/>
                </a:solidFill>
                <a:latin typeface="Calibri"/>
                <a:cs typeface="Calibri"/>
              </a:rPr>
              <a:t> </a:t>
            </a:r>
            <a:r>
              <a:rPr sz="1800" dirty="0">
                <a:solidFill>
                  <a:srgbClr val="FFFFFF"/>
                </a:solidFill>
                <a:latin typeface="Calibri"/>
                <a:cs typeface="Calibri"/>
              </a:rPr>
              <a:t>31,</a:t>
            </a:r>
            <a:r>
              <a:rPr sz="1800" spc="-30" dirty="0">
                <a:solidFill>
                  <a:srgbClr val="FFFFFF"/>
                </a:solidFill>
                <a:latin typeface="Calibri"/>
                <a:cs typeface="Calibri"/>
              </a:rPr>
              <a:t> </a:t>
            </a:r>
            <a:r>
              <a:rPr sz="1800" dirty="0">
                <a:solidFill>
                  <a:srgbClr val="FFFFFF"/>
                </a:solidFill>
                <a:latin typeface="Calibri"/>
                <a:cs typeface="Calibri"/>
              </a:rPr>
              <a:t>15,</a:t>
            </a:r>
            <a:r>
              <a:rPr sz="1800" spc="-30" dirty="0">
                <a:solidFill>
                  <a:srgbClr val="FFFFFF"/>
                </a:solidFill>
                <a:latin typeface="Calibri"/>
                <a:cs typeface="Calibri"/>
              </a:rPr>
              <a:t> </a:t>
            </a:r>
            <a:r>
              <a:rPr sz="1800" dirty="0">
                <a:solidFill>
                  <a:srgbClr val="FFFFFF"/>
                </a:solidFill>
                <a:latin typeface="Calibri"/>
                <a:cs typeface="Calibri"/>
              </a:rPr>
              <a:t>9,</a:t>
            </a:r>
            <a:r>
              <a:rPr sz="1800" spc="-35" dirty="0">
                <a:solidFill>
                  <a:srgbClr val="FFFFFF"/>
                </a:solidFill>
                <a:latin typeface="Calibri"/>
                <a:cs typeface="Calibri"/>
              </a:rPr>
              <a:t> </a:t>
            </a:r>
            <a:r>
              <a:rPr sz="1800" dirty="0">
                <a:solidFill>
                  <a:srgbClr val="FFFFFF"/>
                </a:solidFill>
                <a:latin typeface="Calibri"/>
                <a:cs typeface="Calibri"/>
              </a:rPr>
              <a:t>'M',</a:t>
            </a:r>
            <a:r>
              <a:rPr sz="1800" spc="-20" dirty="0">
                <a:solidFill>
                  <a:srgbClr val="FFFFFF"/>
                </a:solidFill>
                <a:latin typeface="Calibri"/>
                <a:cs typeface="Calibri"/>
              </a:rPr>
              <a:t> </a:t>
            </a:r>
            <a:r>
              <a:rPr sz="1800" dirty="0">
                <a:solidFill>
                  <a:srgbClr val="FFFFFF"/>
                </a:solidFill>
                <a:latin typeface="Calibri"/>
                <a:cs typeface="Calibri"/>
              </a:rPr>
              <a:t>'africa',</a:t>
            </a:r>
            <a:r>
              <a:rPr sz="1800" spc="-15" dirty="0">
                <a:solidFill>
                  <a:srgbClr val="FFFFFF"/>
                </a:solidFill>
                <a:latin typeface="Calibri"/>
                <a:cs typeface="Calibri"/>
              </a:rPr>
              <a:t> </a:t>
            </a:r>
            <a:r>
              <a:rPr sz="1800" dirty="0">
                <a:solidFill>
                  <a:srgbClr val="FFFFFF"/>
                </a:solidFill>
                <a:latin typeface="Calibri"/>
                <a:cs typeface="Calibri"/>
              </a:rPr>
              <a:t>105002,</a:t>
            </a:r>
            <a:r>
              <a:rPr sz="1800" spc="15" dirty="0">
                <a:solidFill>
                  <a:srgbClr val="FFFFFF"/>
                </a:solidFill>
                <a:latin typeface="Calibri"/>
                <a:cs typeface="Calibri"/>
              </a:rPr>
              <a:t> </a:t>
            </a:r>
            <a:r>
              <a:rPr sz="1800" spc="-10" dirty="0">
                <a:solidFill>
                  <a:srgbClr val="FFFFFF"/>
                </a:solidFill>
                <a:latin typeface="Calibri"/>
                <a:cs typeface="Calibri"/>
              </a:rPr>
              <a:t>10009);</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75" dirty="0">
                <a:solidFill>
                  <a:srgbClr val="FFFFFF"/>
                </a:solidFill>
                <a:latin typeface="Calibri"/>
                <a:cs typeface="Calibri"/>
              </a:rPr>
              <a:t> </a:t>
            </a:r>
            <a:r>
              <a:rPr sz="1800" spc="-20" dirty="0">
                <a:solidFill>
                  <a:srgbClr val="FFFFFF"/>
                </a:solidFill>
                <a:latin typeface="Calibri"/>
                <a:cs typeface="Calibri"/>
              </a:rPr>
              <a:t>INTO</a:t>
            </a:r>
            <a:r>
              <a:rPr sz="1800" spc="-85" dirty="0">
                <a:solidFill>
                  <a:srgbClr val="FFFFFF"/>
                </a:solidFill>
                <a:latin typeface="Calibri"/>
                <a:cs typeface="Calibri"/>
              </a:rPr>
              <a:t> </a:t>
            </a:r>
            <a:r>
              <a:rPr sz="1800" dirty="0">
                <a:solidFill>
                  <a:srgbClr val="FFFFFF"/>
                </a:solidFill>
                <a:latin typeface="Calibri"/>
                <a:cs typeface="Calibri"/>
              </a:rPr>
              <a:t>animal</a:t>
            </a:r>
            <a:r>
              <a:rPr sz="1800" spc="-60" dirty="0">
                <a:solidFill>
                  <a:srgbClr val="FFFFFF"/>
                </a:solidFill>
                <a:latin typeface="Calibri"/>
                <a:cs typeface="Calibri"/>
              </a:rPr>
              <a:t> </a:t>
            </a:r>
            <a:r>
              <a:rPr sz="1800" spc="-55" dirty="0">
                <a:solidFill>
                  <a:srgbClr val="FFFFFF"/>
                </a:solidFill>
                <a:latin typeface="Calibri"/>
                <a:cs typeface="Calibri"/>
              </a:rPr>
              <a:t>VALUES</a:t>
            </a:r>
            <a:r>
              <a:rPr sz="1800" spc="-45" dirty="0">
                <a:solidFill>
                  <a:srgbClr val="FFFFFF"/>
                </a:solidFill>
                <a:latin typeface="Calibri"/>
                <a:cs typeface="Calibri"/>
              </a:rPr>
              <a:t> </a:t>
            </a:r>
            <a:r>
              <a:rPr sz="1800" dirty="0">
                <a:solidFill>
                  <a:srgbClr val="FFFFFF"/>
                </a:solidFill>
                <a:latin typeface="Calibri"/>
                <a:cs typeface="Calibri"/>
              </a:rPr>
              <a:t>(30004,</a:t>
            </a:r>
            <a:r>
              <a:rPr sz="1800" spc="-25" dirty="0">
                <a:solidFill>
                  <a:srgbClr val="FFFFFF"/>
                </a:solidFill>
                <a:latin typeface="Calibri"/>
                <a:cs typeface="Calibri"/>
              </a:rPr>
              <a:t> </a:t>
            </a:r>
            <a:r>
              <a:rPr sz="1800" spc="-20" dirty="0">
                <a:solidFill>
                  <a:srgbClr val="FFFFFF"/>
                </a:solidFill>
                <a:latin typeface="Calibri"/>
                <a:cs typeface="Calibri"/>
              </a:rPr>
              <a:t>'Alligator',</a:t>
            </a:r>
            <a:r>
              <a:rPr sz="1800" spc="-10" dirty="0">
                <a:solidFill>
                  <a:srgbClr val="FFFFFF"/>
                </a:solidFill>
                <a:latin typeface="Calibri"/>
                <a:cs typeface="Calibri"/>
              </a:rPr>
              <a:t> </a:t>
            </a:r>
            <a:r>
              <a:rPr sz="1800" dirty="0">
                <a:solidFill>
                  <a:srgbClr val="FFFFFF"/>
                </a:solidFill>
                <a:latin typeface="Calibri"/>
                <a:cs typeface="Calibri"/>
              </a:rPr>
              <a:t>104,</a:t>
            </a:r>
            <a:r>
              <a:rPr sz="1800" spc="-25" dirty="0">
                <a:solidFill>
                  <a:srgbClr val="FFFFFF"/>
                </a:solidFill>
                <a:latin typeface="Calibri"/>
                <a:cs typeface="Calibri"/>
              </a:rPr>
              <a:t> </a:t>
            </a:r>
            <a:r>
              <a:rPr sz="1800" dirty="0">
                <a:solidFill>
                  <a:srgbClr val="FFFFFF"/>
                </a:solidFill>
                <a:latin typeface="Calibri"/>
                <a:cs typeface="Calibri"/>
              </a:rPr>
              <a:t>60,</a:t>
            </a:r>
            <a:r>
              <a:rPr sz="1800" spc="-25" dirty="0">
                <a:solidFill>
                  <a:srgbClr val="FFFFFF"/>
                </a:solidFill>
                <a:latin typeface="Calibri"/>
                <a:cs typeface="Calibri"/>
              </a:rPr>
              <a:t> </a:t>
            </a:r>
            <a:r>
              <a:rPr sz="1800" dirty="0">
                <a:solidFill>
                  <a:srgbClr val="FFFFFF"/>
                </a:solidFill>
                <a:latin typeface="Calibri"/>
                <a:cs typeface="Calibri"/>
              </a:rPr>
              <a:t>19,</a:t>
            </a:r>
            <a:r>
              <a:rPr sz="1800" spc="-30" dirty="0">
                <a:solidFill>
                  <a:srgbClr val="FFFFFF"/>
                </a:solidFill>
                <a:latin typeface="Calibri"/>
                <a:cs typeface="Calibri"/>
              </a:rPr>
              <a:t> </a:t>
            </a:r>
            <a:r>
              <a:rPr sz="1800" dirty="0">
                <a:solidFill>
                  <a:srgbClr val="FFFFFF"/>
                </a:solidFill>
                <a:latin typeface="Calibri"/>
                <a:cs typeface="Calibri"/>
              </a:rPr>
              <a:t>5,</a:t>
            </a:r>
            <a:r>
              <a:rPr sz="1800" spc="-25" dirty="0">
                <a:solidFill>
                  <a:srgbClr val="FFFFFF"/>
                </a:solidFill>
                <a:latin typeface="Calibri"/>
                <a:cs typeface="Calibri"/>
              </a:rPr>
              <a:t> </a:t>
            </a:r>
            <a:r>
              <a:rPr sz="1800" dirty="0">
                <a:solidFill>
                  <a:srgbClr val="FFFFFF"/>
                </a:solidFill>
                <a:latin typeface="Calibri"/>
                <a:cs typeface="Calibri"/>
              </a:rPr>
              <a:t>'M</a:t>
            </a:r>
            <a:r>
              <a:rPr sz="1800" spc="-25" dirty="0">
                <a:solidFill>
                  <a:srgbClr val="FFFFFF"/>
                </a:solidFill>
                <a:latin typeface="Calibri"/>
                <a:cs typeface="Calibri"/>
              </a:rPr>
              <a:t> </a:t>
            </a:r>
            <a:r>
              <a:rPr sz="1800" dirty="0">
                <a:solidFill>
                  <a:srgbClr val="FFFFFF"/>
                </a:solidFill>
                <a:latin typeface="Calibri"/>
                <a:cs typeface="Calibri"/>
              </a:rPr>
              <a:t>',</a:t>
            </a:r>
            <a:r>
              <a:rPr sz="1800" spc="-35" dirty="0">
                <a:solidFill>
                  <a:srgbClr val="FFFFFF"/>
                </a:solidFill>
                <a:latin typeface="Calibri"/>
                <a:cs typeface="Calibri"/>
              </a:rPr>
              <a:t> </a:t>
            </a:r>
            <a:r>
              <a:rPr sz="1800" dirty="0">
                <a:solidFill>
                  <a:srgbClr val="FFFFFF"/>
                </a:solidFill>
                <a:latin typeface="Calibri"/>
                <a:cs typeface="Calibri"/>
              </a:rPr>
              <a:t>'india',</a:t>
            </a:r>
            <a:r>
              <a:rPr sz="1800" spc="-10" dirty="0">
                <a:solidFill>
                  <a:srgbClr val="FFFFFF"/>
                </a:solidFill>
                <a:latin typeface="Calibri"/>
                <a:cs typeface="Calibri"/>
              </a:rPr>
              <a:t> </a:t>
            </a:r>
            <a:r>
              <a:rPr sz="1800" dirty="0">
                <a:solidFill>
                  <a:srgbClr val="FFFFFF"/>
                </a:solidFill>
                <a:latin typeface="Calibri"/>
                <a:cs typeface="Calibri"/>
              </a:rPr>
              <a:t>102001,</a:t>
            </a:r>
            <a:r>
              <a:rPr sz="1800" spc="60" dirty="0">
                <a:solidFill>
                  <a:srgbClr val="FFFFFF"/>
                </a:solidFill>
                <a:latin typeface="Calibri"/>
                <a:cs typeface="Calibri"/>
              </a:rPr>
              <a:t> </a:t>
            </a:r>
            <a:r>
              <a:rPr sz="1800" spc="-10" dirty="0">
                <a:solidFill>
                  <a:srgbClr val="FFFFFF"/>
                </a:solidFill>
                <a:latin typeface="Calibri"/>
                <a:cs typeface="Calibri"/>
              </a:rPr>
              <a:t>10003);</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70"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dirty="0">
                <a:solidFill>
                  <a:srgbClr val="FFFFFF"/>
                </a:solidFill>
                <a:latin typeface="Calibri"/>
                <a:cs typeface="Calibri"/>
              </a:rPr>
              <a:t>animal</a:t>
            </a:r>
            <a:r>
              <a:rPr sz="1800" spc="-60" dirty="0">
                <a:solidFill>
                  <a:srgbClr val="FFFFFF"/>
                </a:solidFill>
                <a:latin typeface="Calibri"/>
                <a:cs typeface="Calibri"/>
              </a:rPr>
              <a:t> </a:t>
            </a:r>
            <a:r>
              <a:rPr sz="1800" spc="-55" dirty="0">
                <a:solidFill>
                  <a:srgbClr val="FFFFFF"/>
                </a:solidFill>
                <a:latin typeface="Calibri"/>
                <a:cs typeface="Calibri"/>
              </a:rPr>
              <a:t>VALUES</a:t>
            </a:r>
            <a:r>
              <a:rPr sz="1800" spc="-45" dirty="0">
                <a:solidFill>
                  <a:srgbClr val="FFFFFF"/>
                </a:solidFill>
                <a:latin typeface="Calibri"/>
                <a:cs typeface="Calibri"/>
              </a:rPr>
              <a:t> </a:t>
            </a:r>
            <a:r>
              <a:rPr sz="1800" dirty="0">
                <a:solidFill>
                  <a:srgbClr val="FFFFFF"/>
                </a:solidFill>
                <a:latin typeface="Calibri"/>
                <a:cs typeface="Calibri"/>
              </a:rPr>
              <a:t>(30005,</a:t>
            </a:r>
            <a:r>
              <a:rPr sz="1800" spc="-20" dirty="0">
                <a:solidFill>
                  <a:srgbClr val="FFFFFF"/>
                </a:solidFill>
                <a:latin typeface="Calibri"/>
                <a:cs typeface="Calibri"/>
              </a:rPr>
              <a:t> </a:t>
            </a:r>
            <a:r>
              <a:rPr sz="1800" spc="-10" dirty="0">
                <a:solidFill>
                  <a:srgbClr val="FFFFFF"/>
                </a:solidFill>
                <a:latin typeface="Calibri"/>
                <a:cs typeface="Calibri"/>
              </a:rPr>
              <a:t>'Elephant',</a:t>
            </a:r>
            <a:r>
              <a:rPr sz="1800" spc="-70" dirty="0">
                <a:solidFill>
                  <a:srgbClr val="FFFFFF"/>
                </a:solidFill>
                <a:latin typeface="Calibri"/>
                <a:cs typeface="Calibri"/>
              </a:rPr>
              <a:t> </a:t>
            </a:r>
            <a:r>
              <a:rPr sz="1800" dirty="0">
                <a:solidFill>
                  <a:srgbClr val="FFFFFF"/>
                </a:solidFill>
                <a:latin typeface="Calibri"/>
                <a:cs typeface="Calibri"/>
              </a:rPr>
              <a:t>105,</a:t>
            </a:r>
            <a:r>
              <a:rPr sz="1800" spc="-30" dirty="0">
                <a:solidFill>
                  <a:srgbClr val="FFFFFF"/>
                </a:solidFill>
                <a:latin typeface="Calibri"/>
                <a:cs typeface="Calibri"/>
              </a:rPr>
              <a:t> </a:t>
            </a:r>
            <a:r>
              <a:rPr sz="1800" dirty="0">
                <a:solidFill>
                  <a:srgbClr val="FFFFFF"/>
                </a:solidFill>
                <a:latin typeface="Calibri"/>
                <a:cs typeface="Calibri"/>
              </a:rPr>
              <a:t>188,</a:t>
            </a:r>
            <a:r>
              <a:rPr sz="1800" spc="-25" dirty="0">
                <a:solidFill>
                  <a:srgbClr val="FFFFFF"/>
                </a:solidFill>
                <a:latin typeface="Calibri"/>
                <a:cs typeface="Calibri"/>
              </a:rPr>
              <a:t> </a:t>
            </a:r>
            <a:r>
              <a:rPr sz="1800" dirty="0">
                <a:solidFill>
                  <a:srgbClr val="FFFFFF"/>
                </a:solidFill>
                <a:latin typeface="Calibri"/>
                <a:cs typeface="Calibri"/>
              </a:rPr>
              <a:t>430,</a:t>
            </a:r>
            <a:r>
              <a:rPr sz="1800" spc="-30" dirty="0">
                <a:solidFill>
                  <a:srgbClr val="FFFFFF"/>
                </a:solidFill>
                <a:latin typeface="Calibri"/>
                <a:cs typeface="Calibri"/>
              </a:rPr>
              <a:t> </a:t>
            </a:r>
            <a:r>
              <a:rPr sz="1800" dirty="0">
                <a:solidFill>
                  <a:srgbClr val="FFFFFF"/>
                </a:solidFill>
                <a:latin typeface="Calibri"/>
                <a:cs typeface="Calibri"/>
              </a:rPr>
              <a:t>21,</a:t>
            </a:r>
            <a:r>
              <a:rPr sz="1800" spc="-25" dirty="0">
                <a:solidFill>
                  <a:srgbClr val="FFFFFF"/>
                </a:solidFill>
                <a:latin typeface="Calibri"/>
                <a:cs typeface="Calibri"/>
              </a:rPr>
              <a:t> </a:t>
            </a:r>
            <a:r>
              <a:rPr sz="1800" dirty="0">
                <a:solidFill>
                  <a:srgbClr val="FFFFFF"/>
                </a:solidFill>
                <a:latin typeface="Calibri"/>
                <a:cs typeface="Calibri"/>
              </a:rPr>
              <a:t>'F',</a:t>
            </a:r>
            <a:r>
              <a:rPr sz="1800" spc="-45" dirty="0">
                <a:solidFill>
                  <a:srgbClr val="FFFFFF"/>
                </a:solidFill>
                <a:latin typeface="Calibri"/>
                <a:cs typeface="Calibri"/>
              </a:rPr>
              <a:t> </a:t>
            </a:r>
            <a:r>
              <a:rPr sz="1800" dirty="0">
                <a:solidFill>
                  <a:srgbClr val="FFFFFF"/>
                </a:solidFill>
                <a:latin typeface="Calibri"/>
                <a:cs typeface="Calibri"/>
              </a:rPr>
              <a:t>'North</a:t>
            </a:r>
            <a:r>
              <a:rPr sz="1800" spc="-55" dirty="0">
                <a:solidFill>
                  <a:srgbClr val="FFFFFF"/>
                </a:solidFill>
                <a:latin typeface="Calibri"/>
                <a:cs typeface="Calibri"/>
              </a:rPr>
              <a:t> </a:t>
            </a:r>
            <a:r>
              <a:rPr sz="1800" spc="-10" dirty="0">
                <a:solidFill>
                  <a:srgbClr val="FFFFFF"/>
                </a:solidFill>
                <a:latin typeface="Calibri"/>
                <a:cs typeface="Calibri"/>
              </a:rPr>
              <a:t>america',</a:t>
            </a:r>
            <a:r>
              <a:rPr sz="1800" spc="-55" dirty="0">
                <a:solidFill>
                  <a:srgbClr val="FFFFFF"/>
                </a:solidFill>
                <a:latin typeface="Calibri"/>
                <a:cs typeface="Calibri"/>
              </a:rPr>
              <a:t> </a:t>
            </a:r>
            <a:r>
              <a:rPr sz="1800" dirty="0">
                <a:solidFill>
                  <a:srgbClr val="FFFFFF"/>
                </a:solidFill>
                <a:latin typeface="Calibri"/>
                <a:cs typeface="Calibri"/>
              </a:rPr>
              <a:t>101001,</a:t>
            </a:r>
            <a:r>
              <a:rPr sz="1800" spc="155" dirty="0">
                <a:solidFill>
                  <a:srgbClr val="FFFFFF"/>
                </a:solidFill>
                <a:latin typeface="Calibri"/>
                <a:cs typeface="Calibri"/>
              </a:rPr>
              <a:t> </a:t>
            </a:r>
            <a:r>
              <a:rPr sz="1800" spc="-10" dirty="0">
                <a:solidFill>
                  <a:srgbClr val="FFFFFF"/>
                </a:solidFill>
                <a:latin typeface="Calibri"/>
                <a:cs typeface="Calibri"/>
              </a:rPr>
              <a:t>10003);</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50" dirty="0">
                <a:solidFill>
                  <a:srgbClr val="FFFFFF"/>
                </a:solidFill>
                <a:latin typeface="Calibri"/>
                <a:cs typeface="Calibri"/>
              </a:rPr>
              <a:t> </a:t>
            </a:r>
            <a:r>
              <a:rPr sz="1800" spc="-20" dirty="0">
                <a:solidFill>
                  <a:srgbClr val="FFFFFF"/>
                </a:solidFill>
                <a:latin typeface="Calibri"/>
                <a:cs typeface="Calibri"/>
              </a:rPr>
              <a:t>INTO</a:t>
            </a:r>
            <a:r>
              <a:rPr sz="1800" spc="-70" dirty="0">
                <a:solidFill>
                  <a:srgbClr val="FFFFFF"/>
                </a:solidFill>
                <a:latin typeface="Calibri"/>
                <a:cs typeface="Calibri"/>
              </a:rPr>
              <a:t> </a:t>
            </a:r>
            <a:r>
              <a:rPr sz="1800" dirty="0">
                <a:solidFill>
                  <a:srgbClr val="FFFFFF"/>
                </a:solidFill>
                <a:latin typeface="Calibri"/>
                <a:cs typeface="Calibri"/>
              </a:rPr>
              <a:t>animal</a:t>
            </a:r>
            <a:r>
              <a:rPr sz="1800" spc="-50" dirty="0">
                <a:solidFill>
                  <a:srgbClr val="FFFFFF"/>
                </a:solidFill>
                <a:latin typeface="Calibri"/>
                <a:cs typeface="Calibri"/>
              </a:rPr>
              <a:t> </a:t>
            </a:r>
            <a:r>
              <a:rPr sz="1800" spc="-65" dirty="0">
                <a:solidFill>
                  <a:srgbClr val="FFFFFF"/>
                </a:solidFill>
                <a:latin typeface="Calibri"/>
                <a:cs typeface="Calibri"/>
              </a:rPr>
              <a:t>VALUES</a:t>
            </a:r>
            <a:r>
              <a:rPr sz="1800" spc="-50" dirty="0">
                <a:solidFill>
                  <a:srgbClr val="FFFFFF"/>
                </a:solidFill>
                <a:latin typeface="Calibri"/>
                <a:cs typeface="Calibri"/>
              </a:rPr>
              <a:t> </a:t>
            </a:r>
            <a:r>
              <a:rPr sz="1800" dirty="0">
                <a:solidFill>
                  <a:srgbClr val="FFFFFF"/>
                </a:solidFill>
                <a:latin typeface="Calibri"/>
                <a:cs typeface="Calibri"/>
              </a:rPr>
              <a:t>(30006,</a:t>
            </a:r>
            <a:r>
              <a:rPr sz="1800" spc="-5" dirty="0">
                <a:solidFill>
                  <a:srgbClr val="FFFFFF"/>
                </a:solidFill>
                <a:latin typeface="Calibri"/>
                <a:cs typeface="Calibri"/>
              </a:rPr>
              <a:t> </a:t>
            </a:r>
            <a:r>
              <a:rPr sz="1800" spc="-10" dirty="0">
                <a:solidFill>
                  <a:srgbClr val="FFFFFF"/>
                </a:solidFill>
                <a:latin typeface="Calibri"/>
                <a:cs typeface="Calibri"/>
              </a:rPr>
              <a:t>'Hyena',</a:t>
            </a:r>
            <a:r>
              <a:rPr sz="1800" spc="-30" dirty="0">
                <a:solidFill>
                  <a:srgbClr val="FFFFFF"/>
                </a:solidFill>
                <a:latin typeface="Calibri"/>
                <a:cs typeface="Calibri"/>
              </a:rPr>
              <a:t> </a:t>
            </a:r>
            <a:r>
              <a:rPr sz="1800" dirty="0">
                <a:solidFill>
                  <a:srgbClr val="FFFFFF"/>
                </a:solidFill>
                <a:latin typeface="Calibri"/>
                <a:cs typeface="Calibri"/>
              </a:rPr>
              <a:t>106,</a:t>
            </a:r>
            <a:r>
              <a:rPr sz="1800" spc="-15" dirty="0">
                <a:solidFill>
                  <a:srgbClr val="FFFFFF"/>
                </a:solidFill>
                <a:latin typeface="Calibri"/>
                <a:cs typeface="Calibri"/>
              </a:rPr>
              <a:t> </a:t>
            </a:r>
            <a:r>
              <a:rPr sz="1800" dirty="0">
                <a:solidFill>
                  <a:srgbClr val="FFFFFF"/>
                </a:solidFill>
                <a:latin typeface="Calibri"/>
                <a:cs typeface="Calibri"/>
              </a:rPr>
              <a:t>265,</a:t>
            </a:r>
            <a:r>
              <a:rPr sz="1800" spc="-10" dirty="0">
                <a:solidFill>
                  <a:srgbClr val="FFFFFF"/>
                </a:solidFill>
                <a:latin typeface="Calibri"/>
                <a:cs typeface="Calibri"/>
              </a:rPr>
              <a:t> </a:t>
            </a:r>
            <a:r>
              <a:rPr sz="1800" dirty="0">
                <a:solidFill>
                  <a:srgbClr val="FFFFFF"/>
                </a:solidFill>
                <a:latin typeface="Calibri"/>
                <a:cs typeface="Calibri"/>
              </a:rPr>
              <a:t>11,</a:t>
            </a:r>
            <a:r>
              <a:rPr sz="1800" spc="-15" dirty="0">
                <a:solidFill>
                  <a:srgbClr val="FFFFFF"/>
                </a:solidFill>
                <a:latin typeface="Calibri"/>
                <a:cs typeface="Calibri"/>
              </a:rPr>
              <a:t> </a:t>
            </a:r>
            <a:r>
              <a:rPr sz="1800" dirty="0">
                <a:solidFill>
                  <a:srgbClr val="FFFFFF"/>
                </a:solidFill>
                <a:latin typeface="Calibri"/>
                <a:cs typeface="Calibri"/>
              </a:rPr>
              <a:t>8,</a:t>
            </a:r>
            <a:r>
              <a:rPr sz="1800" spc="-15" dirty="0">
                <a:solidFill>
                  <a:srgbClr val="FFFFFF"/>
                </a:solidFill>
                <a:latin typeface="Calibri"/>
                <a:cs typeface="Calibri"/>
              </a:rPr>
              <a:t> </a:t>
            </a:r>
            <a:r>
              <a:rPr sz="1800" dirty="0">
                <a:solidFill>
                  <a:srgbClr val="FFFFFF"/>
                </a:solidFill>
                <a:latin typeface="Calibri"/>
                <a:cs typeface="Calibri"/>
              </a:rPr>
              <a:t>'M',</a:t>
            </a:r>
            <a:r>
              <a:rPr sz="1800" spc="-10" dirty="0">
                <a:solidFill>
                  <a:srgbClr val="FFFFFF"/>
                </a:solidFill>
                <a:latin typeface="Calibri"/>
                <a:cs typeface="Calibri"/>
              </a:rPr>
              <a:t> </a:t>
            </a:r>
            <a:r>
              <a:rPr sz="1800" dirty="0">
                <a:solidFill>
                  <a:srgbClr val="FFFFFF"/>
                </a:solidFill>
                <a:latin typeface="Calibri"/>
                <a:cs typeface="Calibri"/>
              </a:rPr>
              <a:t>'india',</a:t>
            </a:r>
            <a:r>
              <a:rPr sz="1800" spc="5" dirty="0">
                <a:solidFill>
                  <a:srgbClr val="FFFFFF"/>
                </a:solidFill>
                <a:latin typeface="Calibri"/>
                <a:cs typeface="Calibri"/>
              </a:rPr>
              <a:t> </a:t>
            </a:r>
            <a:r>
              <a:rPr sz="1800" dirty="0">
                <a:solidFill>
                  <a:srgbClr val="FFFFFF"/>
                </a:solidFill>
                <a:latin typeface="Calibri"/>
                <a:cs typeface="Calibri"/>
              </a:rPr>
              <a:t>104001,</a:t>
            </a:r>
            <a:r>
              <a:rPr sz="1800" spc="95" dirty="0">
                <a:solidFill>
                  <a:srgbClr val="FFFFFF"/>
                </a:solidFill>
                <a:latin typeface="Calibri"/>
                <a:cs typeface="Calibri"/>
              </a:rPr>
              <a:t> </a:t>
            </a:r>
            <a:r>
              <a:rPr sz="1800" spc="-10" dirty="0">
                <a:solidFill>
                  <a:srgbClr val="FFFFFF"/>
                </a:solidFill>
                <a:latin typeface="Calibri"/>
                <a:cs typeface="Calibri"/>
              </a:rPr>
              <a:t>10004);</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70" dirty="0">
                <a:solidFill>
                  <a:srgbClr val="FFFFFF"/>
                </a:solidFill>
                <a:latin typeface="Calibri"/>
                <a:cs typeface="Calibri"/>
              </a:rPr>
              <a:t> </a:t>
            </a:r>
            <a:r>
              <a:rPr sz="1800" spc="-20" dirty="0">
                <a:solidFill>
                  <a:srgbClr val="FFFFFF"/>
                </a:solidFill>
                <a:latin typeface="Calibri"/>
                <a:cs typeface="Calibri"/>
              </a:rPr>
              <a:t>INTO</a:t>
            </a:r>
            <a:r>
              <a:rPr sz="1800" spc="-75" dirty="0">
                <a:solidFill>
                  <a:srgbClr val="FFFFFF"/>
                </a:solidFill>
                <a:latin typeface="Calibri"/>
                <a:cs typeface="Calibri"/>
              </a:rPr>
              <a:t> </a:t>
            </a:r>
            <a:r>
              <a:rPr sz="1800" dirty="0">
                <a:solidFill>
                  <a:srgbClr val="FFFFFF"/>
                </a:solidFill>
                <a:latin typeface="Calibri"/>
                <a:cs typeface="Calibri"/>
              </a:rPr>
              <a:t>animal</a:t>
            </a:r>
            <a:r>
              <a:rPr sz="1800" spc="-55" dirty="0">
                <a:solidFill>
                  <a:srgbClr val="FFFFFF"/>
                </a:solidFill>
                <a:latin typeface="Calibri"/>
                <a:cs typeface="Calibri"/>
              </a:rPr>
              <a:t> VALUES</a:t>
            </a:r>
            <a:r>
              <a:rPr sz="1800" spc="-50" dirty="0">
                <a:solidFill>
                  <a:srgbClr val="FFFFFF"/>
                </a:solidFill>
                <a:latin typeface="Calibri"/>
                <a:cs typeface="Calibri"/>
              </a:rPr>
              <a:t> </a:t>
            </a:r>
            <a:r>
              <a:rPr sz="1800" dirty="0">
                <a:solidFill>
                  <a:srgbClr val="FFFFFF"/>
                </a:solidFill>
                <a:latin typeface="Calibri"/>
                <a:cs typeface="Calibri"/>
              </a:rPr>
              <a:t>(30007,</a:t>
            </a:r>
            <a:r>
              <a:rPr sz="1800" spc="-20" dirty="0">
                <a:solidFill>
                  <a:srgbClr val="FFFFFF"/>
                </a:solidFill>
                <a:latin typeface="Calibri"/>
                <a:cs typeface="Calibri"/>
              </a:rPr>
              <a:t> </a:t>
            </a:r>
            <a:r>
              <a:rPr sz="1800" spc="-10" dirty="0">
                <a:solidFill>
                  <a:srgbClr val="FFFFFF"/>
                </a:solidFill>
                <a:latin typeface="Calibri"/>
                <a:cs typeface="Calibri"/>
              </a:rPr>
              <a:t>'Ostrich',</a:t>
            </a:r>
            <a:r>
              <a:rPr sz="1800" spc="-55" dirty="0">
                <a:solidFill>
                  <a:srgbClr val="FFFFFF"/>
                </a:solidFill>
                <a:latin typeface="Calibri"/>
                <a:cs typeface="Calibri"/>
              </a:rPr>
              <a:t> </a:t>
            </a:r>
            <a:r>
              <a:rPr sz="1800" dirty="0">
                <a:solidFill>
                  <a:srgbClr val="FFFFFF"/>
                </a:solidFill>
                <a:latin typeface="Calibri"/>
                <a:cs typeface="Calibri"/>
              </a:rPr>
              <a:t>107,</a:t>
            </a:r>
            <a:r>
              <a:rPr sz="1800" spc="-50" dirty="0">
                <a:solidFill>
                  <a:srgbClr val="FFFFFF"/>
                </a:solidFill>
                <a:latin typeface="Calibri"/>
                <a:cs typeface="Calibri"/>
              </a:rPr>
              <a:t> </a:t>
            </a:r>
            <a:r>
              <a:rPr sz="1800" dirty="0">
                <a:solidFill>
                  <a:srgbClr val="FFFFFF"/>
                </a:solidFill>
                <a:latin typeface="Calibri"/>
                <a:cs typeface="Calibri"/>
              </a:rPr>
              <a:t>90,</a:t>
            </a:r>
            <a:r>
              <a:rPr sz="1800" spc="-25" dirty="0">
                <a:solidFill>
                  <a:srgbClr val="FFFFFF"/>
                </a:solidFill>
                <a:latin typeface="Calibri"/>
                <a:cs typeface="Calibri"/>
              </a:rPr>
              <a:t> </a:t>
            </a:r>
            <a:r>
              <a:rPr sz="1800" dirty="0">
                <a:solidFill>
                  <a:srgbClr val="FFFFFF"/>
                </a:solidFill>
                <a:latin typeface="Calibri"/>
                <a:cs typeface="Calibri"/>
              </a:rPr>
              <a:t>7,</a:t>
            </a:r>
            <a:r>
              <a:rPr sz="1800" spc="-25" dirty="0">
                <a:solidFill>
                  <a:srgbClr val="FFFFFF"/>
                </a:solidFill>
                <a:latin typeface="Calibri"/>
                <a:cs typeface="Calibri"/>
              </a:rPr>
              <a:t> </a:t>
            </a:r>
            <a:r>
              <a:rPr sz="1800" dirty="0">
                <a:solidFill>
                  <a:srgbClr val="FFFFFF"/>
                </a:solidFill>
                <a:latin typeface="Calibri"/>
                <a:cs typeface="Calibri"/>
              </a:rPr>
              <a:t>6,</a:t>
            </a:r>
            <a:r>
              <a:rPr sz="1800" spc="-30" dirty="0">
                <a:solidFill>
                  <a:srgbClr val="FFFFFF"/>
                </a:solidFill>
                <a:latin typeface="Calibri"/>
                <a:cs typeface="Calibri"/>
              </a:rPr>
              <a:t> </a:t>
            </a:r>
            <a:r>
              <a:rPr sz="1800" dirty="0">
                <a:solidFill>
                  <a:srgbClr val="FFFFFF"/>
                </a:solidFill>
                <a:latin typeface="Calibri"/>
                <a:cs typeface="Calibri"/>
              </a:rPr>
              <a:t>'F',</a:t>
            </a:r>
            <a:r>
              <a:rPr sz="1800" spc="-25" dirty="0">
                <a:solidFill>
                  <a:srgbClr val="FFFFFF"/>
                </a:solidFill>
                <a:latin typeface="Calibri"/>
                <a:cs typeface="Calibri"/>
              </a:rPr>
              <a:t> </a:t>
            </a:r>
            <a:r>
              <a:rPr sz="1800" dirty="0">
                <a:solidFill>
                  <a:srgbClr val="FFFFFF"/>
                </a:solidFill>
                <a:latin typeface="Calibri"/>
                <a:cs typeface="Calibri"/>
              </a:rPr>
              <a:t>'UK',</a:t>
            </a:r>
            <a:r>
              <a:rPr sz="1800" spc="-10" dirty="0">
                <a:solidFill>
                  <a:srgbClr val="FFFFFF"/>
                </a:solidFill>
                <a:latin typeface="Calibri"/>
                <a:cs typeface="Calibri"/>
              </a:rPr>
              <a:t> </a:t>
            </a:r>
            <a:r>
              <a:rPr sz="1800" dirty="0">
                <a:solidFill>
                  <a:srgbClr val="FFFFFF"/>
                </a:solidFill>
                <a:latin typeface="Calibri"/>
                <a:cs typeface="Calibri"/>
              </a:rPr>
              <a:t>105001,</a:t>
            </a:r>
            <a:r>
              <a:rPr sz="1800" spc="10" dirty="0">
                <a:solidFill>
                  <a:srgbClr val="FFFFFF"/>
                </a:solidFill>
                <a:latin typeface="Calibri"/>
                <a:cs typeface="Calibri"/>
              </a:rPr>
              <a:t> </a:t>
            </a:r>
            <a:r>
              <a:rPr sz="1800" spc="-10" dirty="0">
                <a:solidFill>
                  <a:srgbClr val="FFFFFF"/>
                </a:solidFill>
                <a:latin typeface="Calibri"/>
                <a:cs typeface="Calibri"/>
              </a:rPr>
              <a:t>10004);</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90"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dirty="0">
                <a:solidFill>
                  <a:srgbClr val="FFFFFF"/>
                </a:solidFill>
                <a:latin typeface="Calibri"/>
                <a:cs typeface="Calibri"/>
              </a:rPr>
              <a:t>animal</a:t>
            </a:r>
            <a:r>
              <a:rPr sz="1800" spc="-65" dirty="0">
                <a:solidFill>
                  <a:srgbClr val="FFFFFF"/>
                </a:solidFill>
                <a:latin typeface="Calibri"/>
                <a:cs typeface="Calibri"/>
              </a:rPr>
              <a:t> </a:t>
            </a:r>
            <a:r>
              <a:rPr sz="1800" spc="-55" dirty="0">
                <a:solidFill>
                  <a:srgbClr val="FFFFFF"/>
                </a:solidFill>
                <a:latin typeface="Calibri"/>
                <a:cs typeface="Calibri"/>
              </a:rPr>
              <a:t>VALUES</a:t>
            </a:r>
            <a:r>
              <a:rPr sz="1800" spc="-45" dirty="0">
                <a:solidFill>
                  <a:srgbClr val="FFFFFF"/>
                </a:solidFill>
                <a:latin typeface="Calibri"/>
                <a:cs typeface="Calibri"/>
              </a:rPr>
              <a:t> </a:t>
            </a:r>
            <a:r>
              <a:rPr sz="1800" dirty="0">
                <a:solidFill>
                  <a:srgbClr val="FFFFFF"/>
                </a:solidFill>
                <a:latin typeface="Calibri"/>
                <a:cs typeface="Calibri"/>
              </a:rPr>
              <a:t>(30008,</a:t>
            </a:r>
            <a:r>
              <a:rPr sz="1800" spc="-30" dirty="0">
                <a:solidFill>
                  <a:srgbClr val="FFFFFF"/>
                </a:solidFill>
                <a:latin typeface="Calibri"/>
                <a:cs typeface="Calibri"/>
              </a:rPr>
              <a:t> </a:t>
            </a:r>
            <a:r>
              <a:rPr sz="1800" spc="-10" dirty="0">
                <a:solidFill>
                  <a:srgbClr val="FFFFFF"/>
                </a:solidFill>
                <a:latin typeface="Calibri"/>
                <a:cs typeface="Calibri"/>
              </a:rPr>
              <a:t>'Hippopotamus',</a:t>
            </a:r>
            <a:r>
              <a:rPr sz="1800" spc="-60" dirty="0">
                <a:solidFill>
                  <a:srgbClr val="FFFFFF"/>
                </a:solidFill>
                <a:latin typeface="Calibri"/>
                <a:cs typeface="Calibri"/>
              </a:rPr>
              <a:t> </a:t>
            </a:r>
            <a:r>
              <a:rPr sz="1800" dirty="0">
                <a:solidFill>
                  <a:srgbClr val="FFFFFF"/>
                </a:solidFill>
                <a:latin typeface="Calibri"/>
                <a:cs typeface="Calibri"/>
              </a:rPr>
              <a:t>108,</a:t>
            </a:r>
            <a:r>
              <a:rPr sz="1800" spc="-35" dirty="0">
                <a:solidFill>
                  <a:srgbClr val="FFFFFF"/>
                </a:solidFill>
                <a:latin typeface="Calibri"/>
                <a:cs typeface="Calibri"/>
              </a:rPr>
              <a:t> </a:t>
            </a:r>
            <a:r>
              <a:rPr sz="1800" dirty="0">
                <a:solidFill>
                  <a:srgbClr val="FFFFFF"/>
                </a:solidFill>
                <a:latin typeface="Calibri"/>
                <a:cs typeface="Calibri"/>
              </a:rPr>
              <a:t>305,</a:t>
            </a:r>
            <a:r>
              <a:rPr sz="1800" spc="-35" dirty="0">
                <a:solidFill>
                  <a:srgbClr val="FFFFFF"/>
                </a:solidFill>
                <a:latin typeface="Calibri"/>
                <a:cs typeface="Calibri"/>
              </a:rPr>
              <a:t> </a:t>
            </a:r>
            <a:r>
              <a:rPr sz="1800" dirty="0">
                <a:solidFill>
                  <a:srgbClr val="FFFFFF"/>
                </a:solidFill>
                <a:latin typeface="Calibri"/>
                <a:cs typeface="Calibri"/>
              </a:rPr>
              <a:t>11,</a:t>
            </a:r>
            <a:r>
              <a:rPr sz="1800" spc="-45" dirty="0">
                <a:solidFill>
                  <a:srgbClr val="FFFFFF"/>
                </a:solidFill>
                <a:latin typeface="Calibri"/>
                <a:cs typeface="Calibri"/>
              </a:rPr>
              <a:t> </a:t>
            </a:r>
            <a:r>
              <a:rPr sz="1800" dirty="0">
                <a:solidFill>
                  <a:srgbClr val="FFFFFF"/>
                </a:solidFill>
                <a:latin typeface="Calibri"/>
                <a:cs typeface="Calibri"/>
              </a:rPr>
              <a:t>5,</a:t>
            </a:r>
            <a:r>
              <a:rPr sz="1800" spc="-30" dirty="0">
                <a:solidFill>
                  <a:srgbClr val="FFFFFF"/>
                </a:solidFill>
                <a:latin typeface="Calibri"/>
                <a:cs typeface="Calibri"/>
              </a:rPr>
              <a:t> </a:t>
            </a:r>
            <a:r>
              <a:rPr sz="1800" dirty="0">
                <a:solidFill>
                  <a:srgbClr val="FFFFFF"/>
                </a:solidFill>
                <a:latin typeface="Calibri"/>
                <a:cs typeface="Calibri"/>
              </a:rPr>
              <a:t>'M',</a:t>
            </a:r>
            <a:r>
              <a:rPr sz="1800" spc="-20" dirty="0">
                <a:solidFill>
                  <a:srgbClr val="FFFFFF"/>
                </a:solidFill>
                <a:latin typeface="Calibri"/>
                <a:cs typeface="Calibri"/>
              </a:rPr>
              <a:t> </a:t>
            </a:r>
            <a:r>
              <a:rPr sz="1800" dirty="0">
                <a:solidFill>
                  <a:srgbClr val="FFFFFF"/>
                </a:solidFill>
                <a:latin typeface="Calibri"/>
                <a:cs typeface="Calibri"/>
              </a:rPr>
              <a:t>'india',</a:t>
            </a:r>
            <a:r>
              <a:rPr sz="1800" spc="-10" dirty="0">
                <a:solidFill>
                  <a:srgbClr val="FFFFFF"/>
                </a:solidFill>
                <a:latin typeface="Calibri"/>
                <a:cs typeface="Calibri"/>
              </a:rPr>
              <a:t> </a:t>
            </a:r>
            <a:r>
              <a:rPr sz="1800" dirty="0">
                <a:solidFill>
                  <a:srgbClr val="FFFFFF"/>
                </a:solidFill>
                <a:latin typeface="Calibri"/>
                <a:cs typeface="Calibri"/>
              </a:rPr>
              <a:t>102001,</a:t>
            </a:r>
            <a:r>
              <a:rPr sz="1800" spc="65" dirty="0">
                <a:solidFill>
                  <a:srgbClr val="FFFFFF"/>
                </a:solidFill>
                <a:latin typeface="Calibri"/>
                <a:cs typeface="Calibri"/>
              </a:rPr>
              <a:t> </a:t>
            </a:r>
            <a:r>
              <a:rPr sz="1800" spc="-10" dirty="0">
                <a:solidFill>
                  <a:srgbClr val="FFFFFF"/>
                </a:solidFill>
                <a:latin typeface="Calibri"/>
                <a:cs typeface="Calibri"/>
              </a:rPr>
              <a:t>10007);</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70" dirty="0">
                <a:solidFill>
                  <a:srgbClr val="FFFFFF"/>
                </a:solidFill>
                <a:latin typeface="Calibri"/>
                <a:cs typeface="Calibri"/>
              </a:rPr>
              <a:t> </a:t>
            </a:r>
            <a:r>
              <a:rPr sz="1800" spc="-20" dirty="0">
                <a:solidFill>
                  <a:srgbClr val="FFFFFF"/>
                </a:solidFill>
                <a:latin typeface="Calibri"/>
                <a:cs typeface="Calibri"/>
              </a:rPr>
              <a:t>INTO</a:t>
            </a:r>
            <a:r>
              <a:rPr sz="1800" spc="-75" dirty="0">
                <a:solidFill>
                  <a:srgbClr val="FFFFFF"/>
                </a:solidFill>
                <a:latin typeface="Calibri"/>
                <a:cs typeface="Calibri"/>
              </a:rPr>
              <a:t> </a:t>
            </a:r>
            <a:r>
              <a:rPr sz="1800" dirty="0">
                <a:solidFill>
                  <a:srgbClr val="FFFFFF"/>
                </a:solidFill>
                <a:latin typeface="Calibri"/>
                <a:cs typeface="Calibri"/>
              </a:rPr>
              <a:t>animal</a:t>
            </a:r>
            <a:r>
              <a:rPr sz="1800" spc="-55" dirty="0">
                <a:solidFill>
                  <a:srgbClr val="FFFFFF"/>
                </a:solidFill>
                <a:latin typeface="Calibri"/>
                <a:cs typeface="Calibri"/>
              </a:rPr>
              <a:t> VALUES</a:t>
            </a:r>
            <a:r>
              <a:rPr sz="1800" spc="-50" dirty="0">
                <a:solidFill>
                  <a:srgbClr val="FFFFFF"/>
                </a:solidFill>
                <a:latin typeface="Calibri"/>
                <a:cs typeface="Calibri"/>
              </a:rPr>
              <a:t> </a:t>
            </a:r>
            <a:r>
              <a:rPr sz="1800" dirty="0">
                <a:solidFill>
                  <a:srgbClr val="FFFFFF"/>
                </a:solidFill>
                <a:latin typeface="Calibri"/>
                <a:cs typeface="Calibri"/>
              </a:rPr>
              <a:t>(30009,</a:t>
            </a:r>
            <a:r>
              <a:rPr sz="1800" spc="-20" dirty="0">
                <a:solidFill>
                  <a:srgbClr val="FFFFFF"/>
                </a:solidFill>
                <a:latin typeface="Calibri"/>
                <a:cs typeface="Calibri"/>
              </a:rPr>
              <a:t> </a:t>
            </a:r>
            <a:r>
              <a:rPr sz="1800" spc="-25" dirty="0">
                <a:solidFill>
                  <a:srgbClr val="FFFFFF"/>
                </a:solidFill>
                <a:latin typeface="Calibri"/>
                <a:cs typeface="Calibri"/>
              </a:rPr>
              <a:t>'Zebra',</a:t>
            </a:r>
            <a:r>
              <a:rPr sz="1800" spc="-60" dirty="0">
                <a:solidFill>
                  <a:srgbClr val="FFFFFF"/>
                </a:solidFill>
                <a:latin typeface="Calibri"/>
                <a:cs typeface="Calibri"/>
              </a:rPr>
              <a:t> </a:t>
            </a:r>
            <a:r>
              <a:rPr sz="1800" dirty="0">
                <a:solidFill>
                  <a:srgbClr val="FFFFFF"/>
                </a:solidFill>
                <a:latin typeface="Calibri"/>
                <a:cs typeface="Calibri"/>
              </a:rPr>
              <a:t>109,</a:t>
            </a:r>
            <a:r>
              <a:rPr sz="1800" spc="-45" dirty="0">
                <a:solidFill>
                  <a:srgbClr val="FFFFFF"/>
                </a:solidFill>
                <a:latin typeface="Calibri"/>
                <a:cs typeface="Calibri"/>
              </a:rPr>
              <a:t> </a:t>
            </a:r>
            <a:r>
              <a:rPr sz="1800" dirty="0">
                <a:solidFill>
                  <a:srgbClr val="FFFFFF"/>
                </a:solidFill>
                <a:latin typeface="Calibri"/>
                <a:cs typeface="Calibri"/>
              </a:rPr>
              <a:t>168,</a:t>
            </a:r>
            <a:r>
              <a:rPr sz="1800" spc="-50" dirty="0">
                <a:solidFill>
                  <a:srgbClr val="FFFFFF"/>
                </a:solidFill>
                <a:latin typeface="Calibri"/>
                <a:cs typeface="Calibri"/>
              </a:rPr>
              <a:t> </a:t>
            </a:r>
            <a:r>
              <a:rPr sz="1800" dirty="0">
                <a:solidFill>
                  <a:srgbClr val="FFFFFF"/>
                </a:solidFill>
                <a:latin typeface="Calibri"/>
                <a:cs typeface="Calibri"/>
              </a:rPr>
              <a:t>43,</a:t>
            </a:r>
            <a:r>
              <a:rPr sz="1800" spc="-25" dirty="0">
                <a:solidFill>
                  <a:srgbClr val="FFFFFF"/>
                </a:solidFill>
                <a:latin typeface="Calibri"/>
                <a:cs typeface="Calibri"/>
              </a:rPr>
              <a:t> </a:t>
            </a:r>
            <a:r>
              <a:rPr sz="1800" dirty="0">
                <a:solidFill>
                  <a:srgbClr val="FFFFFF"/>
                </a:solidFill>
                <a:latin typeface="Calibri"/>
                <a:cs typeface="Calibri"/>
              </a:rPr>
              <a:t>11,</a:t>
            </a:r>
            <a:r>
              <a:rPr sz="1800" spc="-25" dirty="0">
                <a:solidFill>
                  <a:srgbClr val="FFFFFF"/>
                </a:solidFill>
                <a:latin typeface="Calibri"/>
                <a:cs typeface="Calibri"/>
              </a:rPr>
              <a:t> </a:t>
            </a:r>
            <a:r>
              <a:rPr sz="1800" dirty="0">
                <a:solidFill>
                  <a:srgbClr val="FFFFFF"/>
                </a:solidFill>
                <a:latin typeface="Calibri"/>
                <a:cs typeface="Calibri"/>
              </a:rPr>
              <a:t>'M',</a:t>
            </a:r>
            <a:r>
              <a:rPr sz="1800" spc="-10" dirty="0">
                <a:solidFill>
                  <a:srgbClr val="FFFFFF"/>
                </a:solidFill>
                <a:latin typeface="Calibri"/>
                <a:cs typeface="Calibri"/>
              </a:rPr>
              <a:t> </a:t>
            </a:r>
            <a:r>
              <a:rPr sz="1800" spc="-25" dirty="0">
                <a:solidFill>
                  <a:srgbClr val="FFFFFF"/>
                </a:solidFill>
                <a:latin typeface="Calibri"/>
                <a:cs typeface="Calibri"/>
              </a:rPr>
              <a:t>'Australia',</a:t>
            </a:r>
            <a:r>
              <a:rPr sz="1800" spc="-75" dirty="0">
                <a:solidFill>
                  <a:srgbClr val="FFFFFF"/>
                </a:solidFill>
                <a:latin typeface="Calibri"/>
                <a:cs typeface="Calibri"/>
              </a:rPr>
              <a:t> </a:t>
            </a:r>
            <a:r>
              <a:rPr sz="1800" dirty="0">
                <a:solidFill>
                  <a:srgbClr val="FFFFFF"/>
                </a:solidFill>
                <a:latin typeface="Calibri"/>
                <a:cs typeface="Calibri"/>
              </a:rPr>
              <a:t>105002,</a:t>
            </a:r>
            <a:r>
              <a:rPr sz="1800" spc="170" dirty="0">
                <a:solidFill>
                  <a:srgbClr val="FFFFFF"/>
                </a:solidFill>
                <a:latin typeface="Calibri"/>
                <a:cs typeface="Calibri"/>
              </a:rPr>
              <a:t> </a:t>
            </a:r>
            <a:r>
              <a:rPr sz="1800" spc="-10" dirty="0">
                <a:solidFill>
                  <a:srgbClr val="FFFFFF"/>
                </a:solidFill>
                <a:latin typeface="Calibri"/>
                <a:cs typeface="Calibri"/>
              </a:rPr>
              <a:t>10003);</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75"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dirty="0">
                <a:solidFill>
                  <a:srgbClr val="FFFFFF"/>
                </a:solidFill>
                <a:latin typeface="Calibri"/>
                <a:cs typeface="Calibri"/>
              </a:rPr>
              <a:t>animal</a:t>
            </a:r>
            <a:r>
              <a:rPr sz="1800" spc="-55" dirty="0">
                <a:solidFill>
                  <a:srgbClr val="FFFFFF"/>
                </a:solidFill>
                <a:latin typeface="Calibri"/>
                <a:cs typeface="Calibri"/>
              </a:rPr>
              <a:t> VALUES</a:t>
            </a:r>
            <a:r>
              <a:rPr sz="1800" spc="-50" dirty="0">
                <a:solidFill>
                  <a:srgbClr val="FFFFFF"/>
                </a:solidFill>
                <a:latin typeface="Calibri"/>
                <a:cs typeface="Calibri"/>
              </a:rPr>
              <a:t> </a:t>
            </a:r>
            <a:r>
              <a:rPr sz="1800" dirty="0">
                <a:solidFill>
                  <a:srgbClr val="FFFFFF"/>
                </a:solidFill>
                <a:latin typeface="Calibri"/>
                <a:cs typeface="Calibri"/>
              </a:rPr>
              <a:t>(30010,</a:t>
            </a:r>
            <a:r>
              <a:rPr sz="1800" spc="-20" dirty="0">
                <a:solidFill>
                  <a:srgbClr val="FFFFFF"/>
                </a:solidFill>
                <a:latin typeface="Calibri"/>
                <a:cs typeface="Calibri"/>
              </a:rPr>
              <a:t> </a:t>
            </a:r>
            <a:r>
              <a:rPr sz="1800" spc="-10" dirty="0">
                <a:solidFill>
                  <a:srgbClr val="FFFFFF"/>
                </a:solidFill>
                <a:latin typeface="Calibri"/>
                <a:cs typeface="Calibri"/>
              </a:rPr>
              <a:t>'PeaCock',</a:t>
            </a:r>
            <a:r>
              <a:rPr sz="1800" spc="-60" dirty="0">
                <a:solidFill>
                  <a:srgbClr val="FFFFFF"/>
                </a:solidFill>
                <a:latin typeface="Calibri"/>
                <a:cs typeface="Calibri"/>
              </a:rPr>
              <a:t> </a:t>
            </a:r>
            <a:r>
              <a:rPr sz="1800" dirty="0">
                <a:solidFill>
                  <a:srgbClr val="FFFFFF"/>
                </a:solidFill>
                <a:latin typeface="Calibri"/>
                <a:cs typeface="Calibri"/>
              </a:rPr>
              <a:t>110,</a:t>
            </a:r>
            <a:r>
              <a:rPr sz="1800" spc="-20" dirty="0">
                <a:solidFill>
                  <a:srgbClr val="FFFFFF"/>
                </a:solidFill>
                <a:latin typeface="Calibri"/>
                <a:cs typeface="Calibri"/>
              </a:rPr>
              <a:t> </a:t>
            </a:r>
            <a:r>
              <a:rPr sz="1800" dirty="0">
                <a:solidFill>
                  <a:srgbClr val="FFFFFF"/>
                </a:solidFill>
                <a:latin typeface="Calibri"/>
                <a:cs typeface="Calibri"/>
              </a:rPr>
              <a:t>22,</a:t>
            </a:r>
            <a:r>
              <a:rPr sz="1800" spc="-25" dirty="0">
                <a:solidFill>
                  <a:srgbClr val="FFFFFF"/>
                </a:solidFill>
                <a:latin typeface="Calibri"/>
                <a:cs typeface="Calibri"/>
              </a:rPr>
              <a:t> </a:t>
            </a:r>
            <a:r>
              <a:rPr sz="1800" dirty="0">
                <a:solidFill>
                  <a:srgbClr val="FFFFFF"/>
                </a:solidFill>
                <a:latin typeface="Calibri"/>
                <a:cs typeface="Calibri"/>
              </a:rPr>
              <a:t>23,</a:t>
            </a:r>
            <a:r>
              <a:rPr sz="1800" spc="-25" dirty="0">
                <a:solidFill>
                  <a:srgbClr val="FFFFFF"/>
                </a:solidFill>
                <a:latin typeface="Calibri"/>
                <a:cs typeface="Calibri"/>
              </a:rPr>
              <a:t> </a:t>
            </a:r>
            <a:r>
              <a:rPr sz="1800" dirty="0">
                <a:solidFill>
                  <a:srgbClr val="FFFFFF"/>
                </a:solidFill>
                <a:latin typeface="Calibri"/>
                <a:cs typeface="Calibri"/>
              </a:rPr>
              <a:t>2,</a:t>
            </a:r>
            <a:r>
              <a:rPr sz="1800" spc="-35" dirty="0">
                <a:solidFill>
                  <a:srgbClr val="FFFFFF"/>
                </a:solidFill>
                <a:latin typeface="Calibri"/>
                <a:cs typeface="Calibri"/>
              </a:rPr>
              <a:t> </a:t>
            </a:r>
            <a:r>
              <a:rPr sz="1800" dirty="0">
                <a:solidFill>
                  <a:srgbClr val="FFFFFF"/>
                </a:solidFill>
                <a:latin typeface="Calibri"/>
                <a:cs typeface="Calibri"/>
              </a:rPr>
              <a:t>'F',</a:t>
            </a:r>
            <a:r>
              <a:rPr sz="1800" spc="-50" dirty="0">
                <a:solidFill>
                  <a:srgbClr val="FFFFFF"/>
                </a:solidFill>
                <a:latin typeface="Calibri"/>
                <a:cs typeface="Calibri"/>
              </a:rPr>
              <a:t> </a:t>
            </a:r>
            <a:r>
              <a:rPr sz="1800" dirty="0">
                <a:solidFill>
                  <a:srgbClr val="FFFFFF"/>
                </a:solidFill>
                <a:latin typeface="Calibri"/>
                <a:cs typeface="Calibri"/>
              </a:rPr>
              <a:t>'North</a:t>
            </a:r>
            <a:r>
              <a:rPr sz="1800" spc="-50" dirty="0">
                <a:solidFill>
                  <a:srgbClr val="FFFFFF"/>
                </a:solidFill>
                <a:latin typeface="Calibri"/>
                <a:cs typeface="Calibri"/>
              </a:rPr>
              <a:t> </a:t>
            </a:r>
            <a:r>
              <a:rPr sz="1800" spc="-10" dirty="0">
                <a:solidFill>
                  <a:srgbClr val="FFFFFF"/>
                </a:solidFill>
                <a:latin typeface="Calibri"/>
                <a:cs typeface="Calibri"/>
              </a:rPr>
              <a:t>america',</a:t>
            </a:r>
            <a:r>
              <a:rPr sz="1800" spc="-75" dirty="0">
                <a:solidFill>
                  <a:srgbClr val="FFFFFF"/>
                </a:solidFill>
                <a:latin typeface="Calibri"/>
                <a:cs typeface="Calibri"/>
              </a:rPr>
              <a:t> </a:t>
            </a:r>
            <a:r>
              <a:rPr sz="1800" dirty="0">
                <a:solidFill>
                  <a:srgbClr val="FFFFFF"/>
                </a:solidFill>
                <a:latin typeface="Calibri"/>
                <a:cs typeface="Calibri"/>
              </a:rPr>
              <a:t>104001,</a:t>
            </a:r>
            <a:r>
              <a:rPr sz="1800" spc="105" dirty="0">
                <a:solidFill>
                  <a:srgbClr val="FFFFFF"/>
                </a:solidFill>
                <a:latin typeface="Calibri"/>
                <a:cs typeface="Calibri"/>
              </a:rPr>
              <a:t> </a:t>
            </a:r>
            <a:r>
              <a:rPr sz="1800" spc="-10" dirty="0">
                <a:solidFill>
                  <a:srgbClr val="FFFFFF"/>
                </a:solidFill>
                <a:latin typeface="Calibri"/>
                <a:cs typeface="Calibri"/>
              </a:rPr>
              <a:t>10009);</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95" dirty="0">
                <a:solidFill>
                  <a:srgbClr val="FFFFFF"/>
                </a:solidFill>
                <a:latin typeface="Calibri"/>
                <a:cs typeface="Calibri"/>
              </a:rPr>
              <a:t> </a:t>
            </a:r>
            <a:r>
              <a:rPr sz="1800" spc="-20" dirty="0">
                <a:solidFill>
                  <a:srgbClr val="FFFFFF"/>
                </a:solidFill>
                <a:latin typeface="Calibri"/>
                <a:cs typeface="Calibri"/>
              </a:rPr>
              <a:t>INTO</a:t>
            </a:r>
            <a:r>
              <a:rPr sz="1800" spc="-85" dirty="0">
                <a:solidFill>
                  <a:srgbClr val="FFFFFF"/>
                </a:solidFill>
                <a:latin typeface="Calibri"/>
                <a:cs typeface="Calibri"/>
              </a:rPr>
              <a:t> </a:t>
            </a:r>
            <a:r>
              <a:rPr sz="1800" dirty="0">
                <a:solidFill>
                  <a:srgbClr val="FFFFFF"/>
                </a:solidFill>
                <a:latin typeface="Calibri"/>
                <a:cs typeface="Calibri"/>
              </a:rPr>
              <a:t>animal</a:t>
            </a:r>
            <a:r>
              <a:rPr sz="1800" spc="-70" dirty="0">
                <a:solidFill>
                  <a:srgbClr val="FFFFFF"/>
                </a:solidFill>
                <a:latin typeface="Calibri"/>
                <a:cs typeface="Calibri"/>
              </a:rPr>
              <a:t> </a:t>
            </a:r>
            <a:r>
              <a:rPr sz="1800" spc="-55" dirty="0">
                <a:solidFill>
                  <a:srgbClr val="FFFFFF"/>
                </a:solidFill>
                <a:latin typeface="Calibri"/>
                <a:cs typeface="Calibri"/>
              </a:rPr>
              <a:t>VALUES</a:t>
            </a:r>
            <a:r>
              <a:rPr sz="1800" spc="-45" dirty="0">
                <a:solidFill>
                  <a:srgbClr val="FFFFFF"/>
                </a:solidFill>
                <a:latin typeface="Calibri"/>
                <a:cs typeface="Calibri"/>
              </a:rPr>
              <a:t> </a:t>
            </a:r>
            <a:r>
              <a:rPr sz="1800" dirty="0">
                <a:solidFill>
                  <a:srgbClr val="FFFFFF"/>
                </a:solidFill>
                <a:latin typeface="Calibri"/>
                <a:cs typeface="Calibri"/>
              </a:rPr>
              <a:t>(30011,</a:t>
            </a:r>
            <a:r>
              <a:rPr sz="1800" spc="-35" dirty="0">
                <a:solidFill>
                  <a:srgbClr val="FFFFFF"/>
                </a:solidFill>
                <a:latin typeface="Calibri"/>
                <a:cs typeface="Calibri"/>
              </a:rPr>
              <a:t> </a:t>
            </a:r>
            <a:r>
              <a:rPr sz="1800" spc="-10" dirty="0">
                <a:solidFill>
                  <a:srgbClr val="FFFFFF"/>
                </a:solidFill>
                <a:latin typeface="Calibri"/>
                <a:cs typeface="Calibri"/>
              </a:rPr>
              <a:t>'White</a:t>
            </a:r>
            <a:r>
              <a:rPr sz="1800" spc="-25" dirty="0">
                <a:solidFill>
                  <a:srgbClr val="FFFFFF"/>
                </a:solidFill>
                <a:latin typeface="Calibri"/>
                <a:cs typeface="Calibri"/>
              </a:rPr>
              <a:t> </a:t>
            </a:r>
            <a:r>
              <a:rPr sz="1800" spc="-10" dirty="0">
                <a:solidFill>
                  <a:srgbClr val="FFFFFF"/>
                </a:solidFill>
                <a:latin typeface="Calibri"/>
                <a:cs typeface="Calibri"/>
              </a:rPr>
              <a:t>Tiger',</a:t>
            </a:r>
            <a:r>
              <a:rPr sz="1800" spc="-30" dirty="0">
                <a:solidFill>
                  <a:srgbClr val="FFFFFF"/>
                </a:solidFill>
                <a:latin typeface="Calibri"/>
                <a:cs typeface="Calibri"/>
              </a:rPr>
              <a:t> </a:t>
            </a:r>
            <a:r>
              <a:rPr sz="1800" dirty="0">
                <a:solidFill>
                  <a:srgbClr val="FFFFFF"/>
                </a:solidFill>
                <a:latin typeface="Calibri"/>
                <a:cs typeface="Calibri"/>
              </a:rPr>
              <a:t>111,</a:t>
            </a:r>
            <a:r>
              <a:rPr sz="1800" spc="-40" dirty="0">
                <a:solidFill>
                  <a:srgbClr val="FFFFFF"/>
                </a:solidFill>
                <a:latin typeface="Calibri"/>
                <a:cs typeface="Calibri"/>
              </a:rPr>
              <a:t> </a:t>
            </a:r>
            <a:r>
              <a:rPr sz="1800" dirty="0">
                <a:solidFill>
                  <a:srgbClr val="FFFFFF"/>
                </a:solidFill>
                <a:latin typeface="Calibri"/>
                <a:cs typeface="Calibri"/>
              </a:rPr>
              <a:t>130,</a:t>
            </a:r>
            <a:r>
              <a:rPr sz="1800" spc="-40" dirty="0">
                <a:solidFill>
                  <a:srgbClr val="FFFFFF"/>
                </a:solidFill>
                <a:latin typeface="Calibri"/>
                <a:cs typeface="Calibri"/>
              </a:rPr>
              <a:t> </a:t>
            </a:r>
            <a:r>
              <a:rPr sz="1800" dirty="0">
                <a:solidFill>
                  <a:srgbClr val="FFFFFF"/>
                </a:solidFill>
                <a:latin typeface="Calibri"/>
                <a:cs typeface="Calibri"/>
              </a:rPr>
              <a:t>245,</a:t>
            </a:r>
            <a:r>
              <a:rPr sz="1800" spc="-40" dirty="0">
                <a:solidFill>
                  <a:srgbClr val="FFFFFF"/>
                </a:solidFill>
                <a:latin typeface="Calibri"/>
                <a:cs typeface="Calibri"/>
              </a:rPr>
              <a:t> </a:t>
            </a:r>
            <a:r>
              <a:rPr sz="1800" dirty="0">
                <a:solidFill>
                  <a:srgbClr val="FFFFFF"/>
                </a:solidFill>
                <a:latin typeface="Calibri"/>
                <a:cs typeface="Calibri"/>
              </a:rPr>
              <a:t>7,</a:t>
            </a:r>
            <a:r>
              <a:rPr sz="1800" spc="-40" dirty="0">
                <a:solidFill>
                  <a:srgbClr val="FFFFFF"/>
                </a:solidFill>
                <a:latin typeface="Calibri"/>
                <a:cs typeface="Calibri"/>
              </a:rPr>
              <a:t> </a:t>
            </a:r>
            <a:r>
              <a:rPr sz="1800" dirty="0">
                <a:solidFill>
                  <a:srgbClr val="FFFFFF"/>
                </a:solidFill>
                <a:latin typeface="Calibri"/>
                <a:cs typeface="Calibri"/>
              </a:rPr>
              <a:t>'M',</a:t>
            </a:r>
            <a:r>
              <a:rPr sz="1800" spc="-25" dirty="0">
                <a:solidFill>
                  <a:srgbClr val="FFFFFF"/>
                </a:solidFill>
                <a:latin typeface="Calibri"/>
                <a:cs typeface="Calibri"/>
              </a:rPr>
              <a:t> </a:t>
            </a:r>
            <a:r>
              <a:rPr sz="1800" dirty="0">
                <a:solidFill>
                  <a:srgbClr val="FFFFFF"/>
                </a:solidFill>
                <a:latin typeface="Calibri"/>
                <a:cs typeface="Calibri"/>
              </a:rPr>
              <a:t>'india',</a:t>
            </a:r>
            <a:r>
              <a:rPr sz="1800" spc="-25" dirty="0">
                <a:solidFill>
                  <a:srgbClr val="FFFFFF"/>
                </a:solidFill>
                <a:latin typeface="Calibri"/>
                <a:cs typeface="Calibri"/>
              </a:rPr>
              <a:t> </a:t>
            </a:r>
            <a:r>
              <a:rPr sz="1800" dirty="0">
                <a:solidFill>
                  <a:srgbClr val="FFFFFF"/>
                </a:solidFill>
                <a:latin typeface="Calibri"/>
                <a:cs typeface="Calibri"/>
              </a:rPr>
              <a:t>101001,</a:t>
            </a:r>
            <a:r>
              <a:rPr sz="1800" spc="100" dirty="0">
                <a:solidFill>
                  <a:srgbClr val="FFFFFF"/>
                </a:solidFill>
                <a:latin typeface="Calibri"/>
                <a:cs typeface="Calibri"/>
              </a:rPr>
              <a:t> </a:t>
            </a:r>
            <a:r>
              <a:rPr sz="1800" spc="-10" dirty="0">
                <a:solidFill>
                  <a:srgbClr val="FFFFFF"/>
                </a:solidFill>
                <a:latin typeface="Calibri"/>
                <a:cs typeface="Calibri"/>
              </a:rPr>
              <a:t>10003);</a:t>
            </a:r>
            <a:endParaRPr sz="1800">
              <a:latin typeface="Calibri"/>
              <a:cs typeface="Calibri"/>
            </a:endParaRPr>
          </a:p>
        </p:txBody>
      </p:sp>
      <p:pic>
        <p:nvPicPr>
          <p:cNvPr id="5" name="Picture 4">
            <a:extLst>
              <a:ext uri="{FF2B5EF4-FFF2-40B4-BE49-F238E27FC236}">
                <a16:creationId xmlns:a16="http://schemas.microsoft.com/office/drawing/2014/main" id="{1F9BD247-77EA-099A-7F1F-9542F7902856}"/>
              </a:ext>
            </a:extLst>
          </p:cNvPr>
          <p:cNvPicPr>
            <a:picLocks noChangeAspect="1"/>
          </p:cNvPicPr>
          <p:nvPr/>
        </p:nvPicPr>
        <p:blipFill>
          <a:blip r:embed="rId2"/>
          <a:stretch>
            <a:fillRect/>
          </a:stretch>
        </p:blipFill>
        <p:spPr>
          <a:xfrm>
            <a:off x="2187615" y="3657600"/>
            <a:ext cx="7059010" cy="20767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82497" y="857199"/>
            <a:ext cx="6245225" cy="228981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alibri"/>
                <a:cs typeface="Calibri"/>
              </a:rPr>
              <a:t>create</a:t>
            </a:r>
            <a:r>
              <a:rPr sz="1800" spc="-80" dirty="0">
                <a:solidFill>
                  <a:srgbClr val="FFFFFF"/>
                </a:solidFill>
                <a:latin typeface="Calibri"/>
                <a:cs typeface="Calibri"/>
              </a:rPr>
              <a:t> </a:t>
            </a:r>
            <a:r>
              <a:rPr sz="1800" dirty="0">
                <a:solidFill>
                  <a:srgbClr val="FFFFFF"/>
                </a:solidFill>
                <a:latin typeface="Calibri"/>
                <a:cs typeface="Calibri"/>
              </a:rPr>
              <a:t>table</a:t>
            </a:r>
            <a:r>
              <a:rPr sz="1800" spc="-5" dirty="0">
                <a:solidFill>
                  <a:srgbClr val="FFFFFF"/>
                </a:solidFill>
                <a:latin typeface="Calibri"/>
                <a:cs typeface="Calibri"/>
              </a:rPr>
              <a:t> </a:t>
            </a:r>
            <a:r>
              <a:rPr sz="1800" spc="-10" dirty="0">
                <a:solidFill>
                  <a:srgbClr val="FFFFFF"/>
                </a:solidFill>
                <a:latin typeface="Calibri"/>
                <a:cs typeface="Calibri"/>
              </a:rPr>
              <a:t>location(</a:t>
            </a:r>
            <a:endParaRPr sz="1800">
              <a:latin typeface="Calibri"/>
              <a:cs typeface="Calibri"/>
            </a:endParaRPr>
          </a:p>
          <a:p>
            <a:pPr marL="64135" marR="3517265" indent="-52069">
              <a:lnSpc>
                <a:spcPct val="100000"/>
              </a:lnSpc>
              <a:spcBef>
                <a:spcPts val="5"/>
              </a:spcBef>
            </a:pPr>
            <a:r>
              <a:rPr sz="1800" dirty="0">
                <a:solidFill>
                  <a:srgbClr val="FFFFFF"/>
                </a:solidFill>
                <a:latin typeface="Calibri"/>
                <a:cs typeface="Calibri"/>
              </a:rPr>
              <a:t>city</a:t>
            </a:r>
            <a:r>
              <a:rPr sz="1800" spc="-50" dirty="0">
                <a:solidFill>
                  <a:srgbClr val="FFFFFF"/>
                </a:solidFill>
                <a:latin typeface="Calibri"/>
                <a:cs typeface="Calibri"/>
              </a:rPr>
              <a:t> </a:t>
            </a:r>
            <a:r>
              <a:rPr sz="1800" spc="-20" dirty="0">
                <a:solidFill>
                  <a:srgbClr val="FFFFFF"/>
                </a:solidFill>
                <a:latin typeface="Calibri"/>
                <a:cs typeface="Calibri"/>
              </a:rPr>
              <a:t>varchar(100)</a:t>
            </a:r>
            <a:r>
              <a:rPr sz="1800" spc="-15" dirty="0">
                <a:solidFill>
                  <a:srgbClr val="FFFFFF"/>
                </a:solidFill>
                <a:latin typeface="Calibri"/>
                <a:cs typeface="Calibri"/>
              </a:rPr>
              <a:t> </a:t>
            </a:r>
            <a:r>
              <a:rPr sz="1800" dirty="0">
                <a:solidFill>
                  <a:srgbClr val="FFFFFF"/>
                </a:solidFill>
                <a:latin typeface="Calibri"/>
                <a:cs typeface="Calibri"/>
              </a:rPr>
              <a:t>primary</a:t>
            </a:r>
            <a:r>
              <a:rPr sz="1800" spc="-35" dirty="0">
                <a:solidFill>
                  <a:srgbClr val="FFFFFF"/>
                </a:solidFill>
                <a:latin typeface="Calibri"/>
                <a:cs typeface="Calibri"/>
              </a:rPr>
              <a:t> </a:t>
            </a:r>
            <a:r>
              <a:rPr sz="1800" spc="-70" dirty="0">
                <a:solidFill>
                  <a:srgbClr val="FFFFFF"/>
                </a:solidFill>
                <a:latin typeface="Calibri"/>
                <a:cs typeface="Calibri"/>
              </a:rPr>
              <a:t>key, </a:t>
            </a:r>
            <a:r>
              <a:rPr sz="1800" spc="-25" dirty="0">
                <a:solidFill>
                  <a:srgbClr val="FFFFFF"/>
                </a:solidFill>
                <a:latin typeface="Calibri"/>
                <a:cs typeface="Calibri"/>
              </a:rPr>
              <a:t>state</a:t>
            </a:r>
            <a:r>
              <a:rPr sz="1800" spc="-70" dirty="0">
                <a:solidFill>
                  <a:srgbClr val="FFFFFF"/>
                </a:solidFill>
                <a:latin typeface="Calibri"/>
                <a:cs typeface="Calibri"/>
              </a:rPr>
              <a:t> </a:t>
            </a:r>
            <a:r>
              <a:rPr sz="1800" spc="-10" dirty="0">
                <a:solidFill>
                  <a:srgbClr val="FFFFFF"/>
                </a:solidFill>
                <a:latin typeface="Calibri"/>
                <a:cs typeface="Calibri"/>
              </a:rPr>
              <a:t>varchar(100));</a:t>
            </a:r>
            <a:endParaRPr sz="1800">
              <a:latin typeface="Calibri"/>
              <a:cs typeface="Calibri"/>
            </a:endParaRPr>
          </a:p>
          <a:p>
            <a:pPr>
              <a:lnSpc>
                <a:spcPct val="100000"/>
              </a:lnSpc>
              <a:spcBef>
                <a:spcPts val="500"/>
              </a:spcBef>
            </a:pPr>
            <a:endParaRPr sz="1800">
              <a:latin typeface="Calibri"/>
              <a:cs typeface="Calibri"/>
            </a:endParaRPr>
          </a:p>
          <a:p>
            <a:pPr marL="73025">
              <a:lnSpc>
                <a:spcPct val="100000"/>
              </a:lnSpc>
            </a:pPr>
            <a:r>
              <a:rPr sz="1800" spc="-10" dirty="0">
                <a:solidFill>
                  <a:srgbClr val="FFFFFF"/>
                </a:solidFill>
                <a:latin typeface="Calibri"/>
                <a:cs typeface="Calibri"/>
              </a:rPr>
              <a:t>INSERT</a:t>
            </a:r>
            <a:r>
              <a:rPr sz="1800" spc="-95" dirty="0">
                <a:solidFill>
                  <a:srgbClr val="FFFFFF"/>
                </a:solidFill>
                <a:latin typeface="Calibri"/>
                <a:cs typeface="Calibri"/>
              </a:rPr>
              <a:t> </a:t>
            </a:r>
            <a:r>
              <a:rPr sz="1800" spc="-20" dirty="0">
                <a:solidFill>
                  <a:srgbClr val="FFFFFF"/>
                </a:solidFill>
                <a:latin typeface="Calibri"/>
                <a:cs typeface="Calibri"/>
              </a:rPr>
              <a:t>INTO</a:t>
            </a:r>
            <a:r>
              <a:rPr sz="1800" spc="-85" dirty="0">
                <a:solidFill>
                  <a:srgbClr val="FFFFFF"/>
                </a:solidFill>
                <a:latin typeface="Calibri"/>
                <a:cs typeface="Calibri"/>
              </a:rPr>
              <a:t> </a:t>
            </a:r>
            <a:r>
              <a:rPr sz="1800" spc="-10" dirty="0">
                <a:solidFill>
                  <a:srgbClr val="FFFFFF"/>
                </a:solidFill>
                <a:latin typeface="Calibri"/>
                <a:cs typeface="Calibri"/>
              </a:rPr>
              <a:t>location</a:t>
            </a:r>
            <a:r>
              <a:rPr sz="1800" spc="-9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spc="-10" dirty="0">
                <a:solidFill>
                  <a:srgbClr val="FFFFFF"/>
                </a:solidFill>
                <a:latin typeface="Calibri"/>
                <a:cs typeface="Calibri"/>
              </a:rPr>
              <a:t>('Hyderabad',</a:t>
            </a:r>
            <a:r>
              <a:rPr sz="1800" spc="90" dirty="0">
                <a:solidFill>
                  <a:srgbClr val="FFFFFF"/>
                </a:solidFill>
                <a:latin typeface="Calibri"/>
                <a:cs typeface="Calibri"/>
              </a:rPr>
              <a:t> </a:t>
            </a:r>
            <a:r>
              <a:rPr sz="1800" spc="-10" dirty="0">
                <a:solidFill>
                  <a:srgbClr val="FFFFFF"/>
                </a:solidFill>
                <a:latin typeface="Calibri"/>
                <a:cs typeface="Calibri"/>
              </a:rPr>
              <a:t>'Telangana');</a:t>
            </a:r>
            <a:endParaRPr sz="1800">
              <a:latin typeface="Calibri"/>
              <a:cs typeface="Calibri"/>
            </a:endParaRPr>
          </a:p>
          <a:p>
            <a:pPr marL="125095">
              <a:lnSpc>
                <a:spcPct val="100000"/>
              </a:lnSpc>
            </a:pPr>
            <a:r>
              <a:rPr sz="1800" spc="-10" dirty="0">
                <a:solidFill>
                  <a:srgbClr val="FFFFFF"/>
                </a:solidFill>
                <a:latin typeface="Calibri"/>
                <a:cs typeface="Calibri"/>
              </a:rPr>
              <a:t>INSERT</a:t>
            </a:r>
            <a:r>
              <a:rPr sz="1800" spc="-95" dirty="0">
                <a:solidFill>
                  <a:srgbClr val="FFFFFF"/>
                </a:solidFill>
                <a:latin typeface="Calibri"/>
                <a:cs typeface="Calibri"/>
              </a:rPr>
              <a:t> </a:t>
            </a:r>
            <a:r>
              <a:rPr sz="1800" spc="-20" dirty="0">
                <a:solidFill>
                  <a:srgbClr val="FFFFFF"/>
                </a:solidFill>
                <a:latin typeface="Calibri"/>
                <a:cs typeface="Calibri"/>
              </a:rPr>
              <a:t>INTO</a:t>
            </a:r>
            <a:r>
              <a:rPr sz="1800" spc="-85" dirty="0">
                <a:solidFill>
                  <a:srgbClr val="FFFFFF"/>
                </a:solidFill>
                <a:latin typeface="Calibri"/>
                <a:cs typeface="Calibri"/>
              </a:rPr>
              <a:t> </a:t>
            </a:r>
            <a:r>
              <a:rPr sz="1800" spc="-10" dirty="0">
                <a:solidFill>
                  <a:srgbClr val="FFFFFF"/>
                </a:solidFill>
                <a:latin typeface="Calibri"/>
                <a:cs typeface="Calibri"/>
              </a:rPr>
              <a:t>location</a:t>
            </a:r>
            <a:r>
              <a:rPr sz="1800" spc="-55"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spc="-20" dirty="0">
                <a:solidFill>
                  <a:srgbClr val="FFFFFF"/>
                </a:solidFill>
                <a:latin typeface="Calibri"/>
                <a:cs typeface="Calibri"/>
              </a:rPr>
              <a:t>('Warangal',</a:t>
            </a:r>
            <a:r>
              <a:rPr sz="1800" spc="40" dirty="0">
                <a:solidFill>
                  <a:srgbClr val="FFFFFF"/>
                </a:solidFill>
                <a:latin typeface="Calibri"/>
                <a:cs typeface="Calibri"/>
              </a:rPr>
              <a:t> </a:t>
            </a:r>
            <a:r>
              <a:rPr sz="1800" spc="-10" dirty="0">
                <a:solidFill>
                  <a:srgbClr val="FFFFFF"/>
                </a:solidFill>
                <a:latin typeface="Calibri"/>
                <a:cs typeface="Calibri"/>
              </a:rPr>
              <a:t>'Telanagana');</a:t>
            </a:r>
            <a:endParaRPr sz="1800">
              <a:latin typeface="Calibri"/>
              <a:cs typeface="Calibri"/>
            </a:endParaRPr>
          </a:p>
          <a:p>
            <a:pPr marL="125095" marR="5080" indent="-52069">
              <a:lnSpc>
                <a:spcPct val="100000"/>
              </a:lnSpc>
              <a:spcBef>
                <a:spcPts val="5"/>
              </a:spcBef>
            </a:pPr>
            <a:r>
              <a:rPr sz="1800" spc="-10" dirty="0">
                <a:solidFill>
                  <a:srgbClr val="FFFFFF"/>
                </a:solidFill>
                <a:latin typeface="Calibri"/>
                <a:cs typeface="Calibri"/>
              </a:rPr>
              <a:t>INSERT</a:t>
            </a:r>
            <a:r>
              <a:rPr sz="1800" spc="-70" dirty="0">
                <a:solidFill>
                  <a:srgbClr val="FFFFFF"/>
                </a:solidFill>
                <a:latin typeface="Calibri"/>
                <a:cs typeface="Calibri"/>
              </a:rPr>
              <a:t> </a:t>
            </a:r>
            <a:r>
              <a:rPr sz="1800" spc="-20" dirty="0">
                <a:solidFill>
                  <a:srgbClr val="FFFFFF"/>
                </a:solidFill>
                <a:latin typeface="Calibri"/>
                <a:cs typeface="Calibri"/>
              </a:rPr>
              <a:t>INTO</a:t>
            </a:r>
            <a:r>
              <a:rPr sz="1800" spc="-75" dirty="0">
                <a:solidFill>
                  <a:srgbClr val="FFFFFF"/>
                </a:solidFill>
                <a:latin typeface="Calibri"/>
                <a:cs typeface="Calibri"/>
              </a:rPr>
              <a:t> </a:t>
            </a:r>
            <a:r>
              <a:rPr sz="1800" spc="-10" dirty="0">
                <a:solidFill>
                  <a:srgbClr val="FFFFFF"/>
                </a:solidFill>
                <a:latin typeface="Calibri"/>
                <a:cs typeface="Calibri"/>
              </a:rPr>
              <a:t>location </a:t>
            </a:r>
            <a:r>
              <a:rPr sz="1800" spc="-65" dirty="0">
                <a:solidFill>
                  <a:srgbClr val="FFFFFF"/>
                </a:solidFill>
                <a:latin typeface="Calibri"/>
                <a:cs typeface="Calibri"/>
              </a:rPr>
              <a:t>VALUES</a:t>
            </a:r>
            <a:r>
              <a:rPr sz="1800" spc="-35" dirty="0">
                <a:solidFill>
                  <a:srgbClr val="FFFFFF"/>
                </a:solidFill>
                <a:latin typeface="Calibri"/>
                <a:cs typeface="Calibri"/>
              </a:rPr>
              <a:t> </a:t>
            </a:r>
            <a:r>
              <a:rPr sz="1800" spc="-10" dirty="0">
                <a:solidFill>
                  <a:srgbClr val="FFFFFF"/>
                </a:solidFill>
                <a:latin typeface="Calibri"/>
                <a:cs typeface="Calibri"/>
              </a:rPr>
              <a:t>('Visakhapatnam',</a:t>
            </a:r>
            <a:r>
              <a:rPr sz="1800" spc="-65" dirty="0">
                <a:solidFill>
                  <a:srgbClr val="FFFFFF"/>
                </a:solidFill>
                <a:latin typeface="Calibri"/>
                <a:cs typeface="Calibri"/>
              </a:rPr>
              <a:t> </a:t>
            </a:r>
            <a:r>
              <a:rPr sz="1800" spc="-10" dirty="0">
                <a:solidFill>
                  <a:srgbClr val="FFFFFF"/>
                </a:solidFill>
                <a:latin typeface="Calibri"/>
                <a:cs typeface="Calibri"/>
              </a:rPr>
              <a:t>'Andharapradesh'); INSERT</a:t>
            </a:r>
            <a:r>
              <a:rPr sz="1800" spc="-80"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spc="-20" dirty="0">
                <a:solidFill>
                  <a:srgbClr val="FFFFFF"/>
                </a:solidFill>
                <a:latin typeface="Calibri"/>
                <a:cs typeface="Calibri"/>
              </a:rPr>
              <a:t>location</a:t>
            </a:r>
            <a:r>
              <a:rPr sz="1800" spc="-30" dirty="0">
                <a:solidFill>
                  <a:srgbClr val="FFFFFF"/>
                </a:solidFill>
                <a:latin typeface="Calibri"/>
                <a:cs typeface="Calibri"/>
              </a:rPr>
              <a:t> </a:t>
            </a:r>
            <a:r>
              <a:rPr sz="1800" spc="-65" dirty="0">
                <a:solidFill>
                  <a:srgbClr val="FFFFFF"/>
                </a:solidFill>
                <a:latin typeface="Calibri"/>
                <a:cs typeface="Calibri"/>
              </a:rPr>
              <a:t>VALUES</a:t>
            </a:r>
            <a:r>
              <a:rPr sz="1800" spc="-35" dirty="0">
                <a:solidFill>
                  <a:srgbClr val="FFFFFF"/>
                </a:solidFill>
                <a:latin typeface="Calibri"/>
                <a:cs typeface="Calibri"/>
              </a:rPr>
              <a:t> </a:t>
            </a:r>
            <a:r>
              <a:rPr sz="1800" spc="-10" dirty="0">
                <a:solidFill>
                  <a:srgbClr val="FFFFFF"/>
                </a:solidFill>
                <a:latin typeface="Calibri"/>
                <a:cs typeface="Calibri"/>
              </a:rPr>
              <a:t>('Tirupathi',</a:t>
            </a:r>
            <a:r>
              <a:rPr sz="1800" spc="-65" dirty="0">
                <a:solidFill>
                  <a:srgbClr val="FFFFFF"/>
                </a:solidFill>
                <a:latin typeface="Calibri"/>
                <a:cs typeface="Calibri"/>
              </a:rPr>
              <a:t> </a:t>
            </a:r>
            <a:r>
              <a:rPr sz="1800" dirty="0">
                <a:solidFill>
                  <a:srgbClr val="FFFFFF"/>
                </a:solidFill>
                <a:latin typeface="Calibri"/>
                <a:cs typeface="Calibri"/>
              </a:rPr>
              <a:t>'Andhara</a:t>
            </a:r>
            <a:r>
              <a:rPr sz="1800" spc="95" dirty="0">
                <a:solidFill>
                  <a:srgbClr val="FFFFFF"/>
                </a:solidFill>
                <a:latin typeface="Calibri"/>
                <a:cs typeface="Calibri"/>
              </a:rPr>
              <a:t> </a:t>
            </a:r>
            <a:r>
              <a:rPr sz="1800" spc="-10" dirty="0">
                <a:solidFill>
                  <a:srgbClr val="FFFFFF"/>
                </a:solidFill>
                <a:latin typeface="Calibri"/>
                <a:cs typeface="Calibri"/>
              </a:rPr>
              <a:t>pradesh');</a:t>
            </a:r>
            <a:endParaRPr sz="1800">
              <a:latin typeface="Calibri"/>
              <a:cs typeface="Calibri"/>
            </a:endParaRPr>
          </a:p>
        </p:txBody>
      </p:sp>
      <p:pic>
        <p:nvPicPr>
          <p:cNvPr id="5" name="Picture 4">
            <a:extLst>
              <a:ext uri="{FF2B5EF4-FFF2-40B4-BE49-F238E27FC236}">
                <a16:creationId xmlns:a16="http://schemas.microsoft.com/office/drawing/2014/main" id="{78F22B95-8D58-A5DE-AD0B-22B256235339}"/>
              </a:ext>
            </a:extLst>
          </p:cNvPr>
          <p:cNvPicPr>
            <a:picLocks noChangeAspect="1"/>
          </p:cNvPicPr>
          <p:nvPr/>
        </p:nvPicPr>
        <p:blipFill>
          <a:blip r:embed="rId2"/>
          <a:stretch>
            <a:fillRect/>
          </a:stretch>
        </p:blipFill>
        <p:spPr>
          <a:xfrm>
            <a:off x="3429000" y="3581400"/>
            <a:ext cx="2895600" cy="18574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30909" y="754506"/>
            <a:ext cx="7805420" cy="4784725"/>
          </a:xfrm>
          <a:prstGeom prst="rect">
            <a:avLst/>
          </a:prstGeom>
        </p:spPr>
        <p:txBody>
          <a:bodyPr vert="horz" wrap="square" lIns="0" tIns="13335" rIns="0" bIns="0" rtlCol="0">
            <a:spAutoFit/>
          </a:bodyPr>
          <a:lstStyle/>
          <a:p>
            <a:pPr marL="12700" marR="5118100">
              <a:lnSpc>
                <a:spcPct val="104800"/>
              </a:lnSpc>
              <a:spcBef>
                <a:spcPts val="105"/>
              </a:spcBef>
            </a:pPr>
            <a:r>
              <a:rPr sz="1800" spc="-25" dirty="0">
                <a:solidFill>
                  <a:srgbClr val="FFFFFF"/>
                </a:solidFill>
                <a:latin typeface="Calibri"/>
                <a:cs typeface="Calibri"/>
              </a:rPr>
              <a:t>create</a:t>
            </a:r>
            <a:r>
              <a:rPr sz="1800" spc="-70" dirty="0">
                <a:solidFill>
                  <a:srgbClr val="FFFFFF"/>
                </a:solidFill>
                <a:latin typeface="Calibri"/>
                <a:cs typeface="Calibri"/>
              </a:rPr>
              <a:t> </a:t>
            </a:r>
            <a:r>
              <a:rPr sz="1800" spc="-10" dirty="0">
                <a:solidFill>
                  <a:srgbClr val="FFFFFF"/>
                </a:solidFill>
                <a:latin typeface="Calibri"/>
                <a:cs typeface="Calibri"/>
              </a:rPr>
              <a:t>table</a:t>
            </a:r>
            <a:r>
              <a:rPr sz="1800" spc="-40" dirty="0">
                <a:solidFill>
                  <a:srgbClr val="FFFFFF"/>
                </a:solidFill>
                <a:latin typeface="Calibri"/>
                <a:cs typeface="Calibri"/>
              </a:rPr>
              <a:t> </a:t>
            </a:r>
            <a:r>
              <a:rPr sz="1800" spc="-10" dirty="0">
                <a:solidFill>
                  <a:srgbClr val="FFFFFF"/>
                </a:solidFill>
                <a:latin typeface="Calibri"/>
                <a:cs typeface="Calibri"/>
              </a:rPr>
              <a:t>pincode( </a:t>
            </a:r>
            <a:r>
              <a:rPr sz="1800" dirty="0" err="1">
                <a:solidFill>
                  <a:srgbClr val="FFFFFF"/>
                </a:solidFill>
                <a:latin typeface="Calibri"/>
                <a:cs typeface="Calibri"/>
              </a:rPr>
              <a:t>pinnum</a:t>
            </a:r>
            <a:r>
              <a:rPr sz="1800" spc="-70" dirty="0">
                <a:solidFill>
                  <a:srgbClr val="FFFFFF"/>
                </a:solidFill>
                <a:latin typeface="Calibri"/>
                <a:cs typeface="Calibri"/>
              </a:rPr>
              <a:t> </a:t>
            </a:r>
            <a:r>
              <a:rPr lang="en-US" sz="1800" dirty="0">
                <a:solidFill>
                  <a:srgbClr val="FFFFFF"/>
                </a:solidFill>
                <a:latin typeface="Calibri"/>
                <a:cs typeface="Calibri"/>
              </a:rPr>
              <a:t>INT</a:t>
            </a:r>
            <a:r>
              <a:rPr sz="1800" spc="-70" dirty="0">
                <a:solidFill>
                  <a:srgbClr val="FFFFFF"/>
                </a:solidFill>
                <a:latin typeface="Calibri"/>
                <a:cs typeface="Calibri"/>
              </a:rPr>
              <a:t> </a:t>
            </a:r>
            <a:r>
              <a:rPr sz="1800" dirty="0">
                <a:solidFill>
                  <a:srgbClr val="FFFFFF"/>
                </a:solidFill>
                <a:latin typeface="Calibri"/>
                <a:cs typeface="Calibri"/>
              </a:rPr>
              <a:t>primary</a:t>
            </a:r>
            <a:r>
              <a:rPr sz="1800" spc="-10" dirty="0">
                <a:solidFill>
                  <a:srgbClr val="FFFFFF"/>
                </a:solidFill>
                <a:latin typeface="Calibri"/>
                <a:cs typeface="Calibri"/>
              </a:rPr>
              <a:t> </a:t>
            </a:r>
            <a:r>
              <a:rPr sz="1800" spc="-80" dirty="0">
                <a:solidFill>
                  <a:srgbClr val="FFFFFF"/>
                </a:solidFill>
                <a:latin typeface="Calibri"/>
                <a:cs typeface="Calibri"/>
              </a:rPr>
              <a:t>key, </a:t>
            </a:r>
            <a:r>
              <a:rPr sz="1800" spc="-20" dirty="0">
                <a:solidFill>
                  <a:srgbClr val="FFFFFF"/>
                </a:solidFill>
                <a:latin typeface="Calibri"/>
                <a:cs typeface="Calibri"/>
              </a:rPr>
              <a:t>street</a:t>
            </a:r>
            <a:r>
              <a:rPr sz="1800" spc="-60" dirty="0">
                <a:solidFill>
                  <a:srgbClr val="FFFFFF"/>
                </a:solidFill>
                <a:latin typeface="Calibri"/>
                <a:cs typeface="Calibri"/>
              </a:rPr>
              <a:t> </a:t>
            </a:r>
            <a:r>
              <a:rPr sz="1800" spc="-10" dirty="0">
                <a:solidFill>
                  <a:srgbClr val="FFFFFF"/>
                </a:solidFill>
                <a:latin typeface="Calibri"/>
                <a:cs typeface="Calibri"/>
              </a:rPr>
              <a:t>varchar(100),</a:t>
            </a:r>
            <a:endParaRPr sz="1800" dirty="0">
              <a:latin typeface="Calibri"/>
              <a:cs typeface="Calibri"/>
            </a:endParaRPr>
          </a:p>
          <a:p>
            <a:pPr marL="12700">
              <a:lnSpc>
                <a:spcPct val="100000"/>
              </a:lnSpc>
              <a:spcBef>
                <a:spcPts val="95"/>
              </a:spcBef>
            </a:pPr>
            <a:r>
              <a:rPr sz="1800" dirty="0">
                <a:solidFill>
                  <a:srgbClr val="FFFFFF"/>
                </a:solidFill>
                <a:latin typeface="Calibri"/>
                <a:cs typeface="Calibri"/>
              </a:rPr>
              <a:t>city</a:t>
            </a:r>
            <a:r>
              <a:rPr sz="1800" spc="-30" dirty="0">
                <a:solidFill>
                  <a:srgbClr val="FFFFFF"/>
                </a:solidFill>
                <a:latin typeface="Calibri"/>
                <a:cs typeface="Calibri"/>
              </a:rPr>
              <a:t> </a:t>
            </a:r>
            <a:r>
              <a:rPr sz="1800" spc="-10" dirty="0">
                <a:solidFill>
                  <a:srgbClr val="FFFFFF"/>
                </a:solidFill>
                <a:latin typeface="Calibri"/>
                <a:cs typeface="Calibri"/>
              </a:rPr>
              <a:t>varchar(100),</a:t>
            </a:r>
            <a:endParaRPr sz="1800" dirty="0">
              <a:latin typeface="Calibri"/>
              <a:cs typeface="Calibri"/>
            </a:endParaRPr>
          </a:p>
          <a:p>
            <a:pPr marL="12700">
              <a:lnSpc>
                <a:spcPct val="100000"/>
              </a:lnSpc>
              <a:spcBef>
                <a:spcPts val="105"/>
              </a:spcBef>
            </a:pPr>
            <a:r>
              <a:rPr sz="1800" dirty="0">
                <a:solidFill>
                  <a:srgbClr val="FFFFFF"/>
                </a:solidFill>
                <a:latin typeface="Calibri"/>
                <a:cs typeface="Calibri"/>
              </a:rPr>
              <a:t>FOREIGN</a:t>
            </a:r>
            <a:r>
              <a:rPr sz="1800" spc="-70" dirty="0">
                <a:solidFill>
                  <a:srgbClr val="FFFFFF"/>
                </a:solidFill>
                <a:latin typeface="Calibri"/>
                <a:cs typeface="Calibri"/>
              </a:rPr>
              <a:t> </a:t>
            </a:r>
            <a:r>
              <a:rPr sz="1800" dirty="0">
                <a:solidFill>
                  <a:srgbClr val="FFFFFF"/>
                </a:solidFill>
                <a:latin typeface="Calibri"/>
                <a:cs typeface="Calibri"/>
              </a:rPr>
              <a:t>KEY</a:t>
            </a:r>
            <a:r>
              <a:rPr sz="1800" spc="-20" dirty="0">
                <a:solidFill>
                  <a:srgbClr val="FFFFFF"/>
                </a:solidFill>
                <a:latin typeface="Calibri"/>
                <a:cs typeface="Calibri"/>
              </a:rPr>
              <a:t> </a:t>
            </a:r>
            <a:r>
              <a:rPr sz="1800" dirty="0">
                <a:solidFill>
                  <a:srgbClr val="FFFFFF"/>
                </a:solidFill>
                <a:latin typeface="Calibri"/>
                <a:cs typeface="Calibri"/>
              </a:rPr>
              <a:t>(city)</a:t>
            </a:r>
            <a:r>
              <a:rPr sz="1800" spc="10" dirty="0">
                <a:solidFill>
                  <a:srgbClr val="FFFFFF"/>
                </a:solidFill>
                <a:latin typeface="Calibri"/>
                <a:cs typeface="Calibri"/>
              </a:rPr>
              <a:t> </a:t>
            </a:r>
            <a:r>
              <a:rPr sz="1800" spc="-10" dirty="0">
                <a:solidFill>
                  <a:srgbClr val="FFFFFF"/>
                </a:solidFill>
                <a:latin typeface="Calibri"/>
                <a:cs typeface="Calibri"/>
              </a:rPr>
              <a:t>REFERENCES</a:t>
            </a:r>
            <a:r>
              <a:rPr sz="1800" spc="-120" dirty="0">
                <a:solidFill>
                  <a:srgbClr val="FFFFFF"/>
                </a:solidFill>
                <a:latin typeface="Calibri"/>
                <a:cs typeface="Calibri"/>
              </a:rPr>
              <a:t> </a:t>
            </a:r>
            <a:r>
              <a:rPr sz="1800" spc="-10" dirty="0">
                <a:solidFill>
                  <a:srgbClr val="FFFFFF"/>
                </a:solidFill>
                <a:latin typeface="Calibri"/>
                <a:cs typeface="Calibri"/>
              </a:rPr>
              <a:t>location(city));</a:t>
            </a:r>
            <a:endParaRPr sz="1800" dirty="0">
              <a:latin typeface="Calibri"/>
              <a:cs typeface="Calibri"/>
            </a:endParaRPr>
          </a:p>
          <a:p>
            <a:pPr>
              <a:lnSpc>
                <a:spcPct val="100000"/>
              </a:lnSpc>
            </a:pPr>
            <a:endParaRPr sz="1800" dirty="0">
              <a:latin typeface="Calibri"/>
              <a:cs typeface="Calibri"/>
            </a:endParaRPr>
          </a:p>
          <a:p>
            <a:pPr>
              <a:lnSpc>
                <a:spcPct val="100000"/>
              </a:lnSpc>
              <a:spcBef>
                <a:spcPts val="155"/>
              </a:spcBef>
            </a:pPr>
            <a:endParaRPr sz="1800" dirty="0">
              <a:latin typeface="Calibri"/>
              <a:cs typeface="Calibri"/>
            </a:endParaRPr>
          </a:p>
          <a:p>
            <a:pPr marL="12700" marR="5080">
              <a:lnSpc>
                <a:spcPct val="100000"/>
              </a:lnSpc>
              <a:spcBef>
                <a:spcPts val="5"/>
              </a:spcBef>
            </a:pPr>
            <a:r>
              <a:rPr sz="1800" spc="-250" dirty="0">
                <a:solidFill>
                  <a:srgbClr val="FFFFFF"/>
                </a:solidFill>
                <a:latin typeface="Verdana"/>
                <a:cs typeface="Verdana"/>
              </a:rPr>
              <a:t>INSERT</a:t>
            </a:r>
            <a:r>
              <a:rPr sz="1800" spc="-110" dirty="0">
                <a:solidFill>
                  <a:srgbClr val="FFFFFF"/>
                </a:solidFill>
                <a:latin typeface="Verdana"/>
                <a:cs typeface="Verdana"/>
              </a:rPr>
              <a:t> </a:t>
            </a:r>
            <a:r>
              <a:rPr sz="1800" spc="-165" dirty="0">
                <a:solidFill>
                  <a:srgbClr val="FFFFFF"/>
                </a:solidFill>
                <a:latin typeface="Verdana"/>
                <a:cs typeface="Verdana"/>
              </a:rPr>
              <a:t>INTO</a:t>
            </a:r>
            <a:r>
              <a:rPr sz="1800" spc="-130" dirty="0">
                <a:solidFill>
                  <a:srgbClr val="FFFFFF"/>
                </a:solidFill>
                <a:latin typeface="Verdana"/>
                <a:cs typeface="Verdana"/>
              </a:rPr>
              <a:t> </a:t>
            </a:r>
            <a:r>
              <a:rPr sz="1800" spc="-60" dirty="0">
                <a:solidFill>
                  <a:srgbClr val="FFFFFF"/>
                </a:solidFill>
                <a:latin typeface="Verdana"/>
                <a:cs typeface="Verdana"/>
              </a:rPr>
              <a:t>PINCODE</a:t>
            </a:r>
            <a:r>
              <a:rPr sz="1800" spc="-135" dirty="0">
                <a:solidFill>
                  <a:srgbClr val="FFFFFF"/>
                </a:solidFill>
                <a:latin typeface="Verdana"/>
                <a:cs typeface="Verdana"/>
              </a:rPr>
              <a:t> </a:t>
            </a:r>
            <a:r>
              <a:rPr sz="1800" spc="-155" dirty="0">
                <a:solidFill>
                  <a:srgbClr val="FFFFFF"/>
                </a:solidFill>
                <a:latin typeface="Verdana"/>
                <a:cs typeface="Verdana"/>
              </a:rPr>
              <a:t>VALUES</a:t>
            </a:r>
            <a:r>
              <a:rPr sz="1800" spc="-85" dirty="0">
                <a:solidFill>
                  <a:srgbClr val="FFFFFF"/>
                </a:solidFill>
                <a:latin typeface="Verdana"/>
                <a:cs typeface="Verdana"/>
              </a:rPr>
              <a:t> </a:t>
            </a:r>
            <a:r>
              <a:rPr sz="1800" spc="-170" dirty="0">
                <a:solidFill>
                  <a:srgbClr val="FFFFFF"/>
                </a:solidFill>
                <a:latin typeface="Verdana"/>
                <a:cs typeface="Verdana"/>
              </a:rPr>
              <a:t>(500002,</a:t>
            </a:r>
            <a:r>
              <a:rPr sz="1800" spc="-60" dirty="0">
                <a:solidFill>
                  <a:srgbClr val="FFFFFF"/>
                </a:solidFill>
                <a:latin typeface="Verdana"/>
                <a:cs typeface="Verdana"/>
              </a:rPr>
              <a:t> </a:t>
            </a:r>
            <a:r>
              <a:rPr sz="1800" spc="-125" dirty="0">
                <a:solidFill>
                  <a:srgbClr val="FFFFFF"/>
                </a:solidFill>
                <a:latin typeface="Verdana"/>
                <a:cs typeface="Verdana"/>
              </a:rPr>
              <a:t>'DILSHUKNAGAR',</a:t>
            </a:r>
            <a:r>
              <a:rPr sz="1800" spc="-135" dirty="0">
                <a:solidFill>
                  <a:srgbClr val="FFFFFF"/>
                </a:solidFill>
                <a:latin typeface="Verdana"/>
                <a:cs typeface="Verdana"/>
              </a:rPr>
              <a:t> </a:t>
            </a:r>
            <a:r>
              <a:rPr sz="1800" spc="-75" dirty="0">
                <a:solidFill>
                  <a:srgbClr val="FFFFFF"/>
                </a:solidFill>
                <a:latin typeface="Verdana"/>
                <a:cs typeface="Verdana"/>
              </a:rPr>
              <a:t>'HYDERABAD’); </a:t>
            </a:r>
            <a:r>
              <a:rPr sz="1800" spc="-250" dirty="0">
                <a:solidFill>
                  <a:srgbClr val="FFFFFF"/>
                </a:solidFill>
                <a:latin typeface="Verdana"/>
                <a:cs typeface="Verdana"/>
              </a:rPr>
              <a:t>INSERT</a:t>
            </a:r>
            <a:r>
              <a:rPr sz="1800" spc="-114" dirty="0">
                <a:solidFill>
                  <a:srgbClr val="FFFFFF"/>
                </a:solidFill>
                <a:latin typeface="Verdana"/>
                <a:cs typeface="Verdana"/>
              </a:rPr>
              <a:t> </a:t>
            </a:r>
            <a:r>
              <a:rPr sz="1800" spc="-165" dirty="0">
                <a:solidFill>
                  <a:srgbClr val="FFFFFF"/>
                </a:solidFill>
                <a:latin typeface="Verdana"/>
                <a:cs typeface="Verdana"/>
              </a:rPr>
              <a:t>INTO</a:t>
            </a:r>
            <a:r>
              <a:rPr sz="1800" spc="-135" dirty="0">
                <a:solidFill>
                  <a:srgbClr val="FFFFFF"/>
                </a:solidFill>
                <a:latin typeface="Verdana"/>
                <a:cs typeface="Verdana"/>
              </a:rPr>
              <a:t> </a:t>
            </a:r>
            <a:r>
              <a:rPr sz="1800" spc="-60" dirty="0">
                <a:solidFill>
                  <a:srgbClr val="FFFFFF"/>
                </a:solidFill>
                <a:latin typeface="Verdana"/>
                <a:cs typeface="Verdana"/>
              </a:rPr>
              <a:t>PINCODE</a:t>
            </a:r>
            <a:r>
              <a:rPr sz="1800" spc="-140" dirty="0">
                <a:solidFill>
                  <a:srgbClr val="FFFFFF"/>
                </a:solidFill>
                <a:latin typeface="Verdana"/>
                <a:cs typeface="Verdana"/>
              </a:rPr>
              <a:t> </a:t>
            </a:r>
            <a:r>
              <a:rPr sz="1800" spc="-155" dirty="0">
                <a:solidFill>
                  <a:srgbClr val="FFFFFF"/>
                </a:solidFill>
                <a:latin typeface="Verdana"/>
                <a:cs typeface="Verdana"/>
              </a:rPr>
              <a:t>VALUES</a:t>
            </a:r>
            <a:r>
              <a:rPr sz="1800" spc="-90" dirty="0">
                <a:solidFill>
                  <a:srgbClr val="FFFFFF"/>
                </a:solidFill>
                <a:latin typeface="Verdana"/>
                <a:cs typeface="Verdana"/>
              </a:rPr>
              <a:t> </a:t>
            </a:r>
            <a:r>
              <a:rPr sz="1800" spc="-175" dirty="0">
                <a:solidFill>
                  <a:srgbClr val="FFFFFF"/>
                </a:solidFill>
                <a:latin typeface="Verdana"/>
                <a:cs typeface="Verdana"/>
              </a:rPr>
              <a:t>(500016,</a:t>
            </a:r>
            <a:r>
              <a:rPr sz="1800" spc="-30" dirty="0">
                <a:solidFill>
                  <a:srgbClr val="FFFFFF"/>
                </a:solidFill>
                <a:latin typeface="Verdana"/>
                <a:cs typeface="Verdana"/>
              </a:rPr>
              <a:t> </a:t>
            </a:r>
            <a:r>
              <a:rPr sz="1800" spc="-40" dirty="0">
                <a:solidFill>
                  <a:srgbClr val="FFFFFF"/>
                </a:solidFill>
                <a:latin typeface="Verdana"/>
                <a:cs typeface="Verdana"/>
              </a:rPr>
              <a:t>'BANJARA</a:t>
            </a:r>
            <a:r>
              <a:rPr sz="1800" spc="-120" dirty="0">
                <a:solidFill>
                  <a:srgbClr val="FFFFFF"/>
                </a:solidFill>
                <a:latin typeface="Verdana"/>
                <a:cs typeface="Verdana"/>
              </a:rPr>
              <a:t> </a:t>
            </a:r>
            <a:r>
              <a:rPr sz="1800" spc="-210" dirty="0">
                <a:solidFill>
                  <a:srgbClr val="FFFFFF"/>
                </a:solidFill>
                <a:latin typeface="Verdana"/>
                <a:cs typeface="Verdana"/>
              </a:rPr>
              <a:t>HILLS',</a:t>
            </a:r>
            <a:r>
              <a:rPr sz="1800" spc="-130" dirty="0">
                <a:solidFill>
                  <a:srgbClr val="FFFFFF"/>
                </a:solidFill>
                <a:latin typeface="Verdana"/>
                <a:cs typeface="Verdana"/>
              </a:rPr>
              <a:t> </a:t>
            </a:r>
            <a:r>
              <a:rPr sz="1800" spc="-35" dirty="0">
                <a:solidFill>
                  <a:srgbClr val="FFFFFF"/>
                </a:solidFill>
                <a:latin typeface="Verdana"/>
                <a:cs typeface="Verdana"/>
              </a:rPr>
              <a:t>'HYDERABAD’); </a:t>
            </a:r>
            <a:r>
              <a:rPr sz="1800" spc="-250" dirty="0">
                <a:solidFill>
                  <a:srgbClr val="FFFFFF"/>
                </a:solidFill>
                <a:latin typeface="Verdana"/>
                <a:cs typeface="Verdana"/>
              </a:rPr>
              <a:t>INSERT</a:t>
            </a:r>
            <a:r>
              <a:rPr sz="1800" spc="-110" dirty="0">
                <a:solidFill>
                  <a:srgbClr val="FFFFFF"/>
                </a:solidFill>
                <a:latin typeface="Verdana"/>
                <a:cs typeface="Verdana"/>
              </a:rPr>
              <a:t> </a:t>
            </a:r>
            <a:r>
              <a:rPr sz="1800" spc="-165" dirty="0">
                <a:solidFill>
                  <a:srgbClr val="FFFFFF"/>
                </a:solidFill>
                <a:latin typeface="Verdana"/>
                <a:cs typeface="Verdana"/>
              </a:rPr>
              <a:t>INTO</a:t>
            </a:r>
            <a:r>
              <a:rPr sz="1800" spc="-125" dirty="0">
                <a:solidFill>
                  <a:srgbClr val="FFFFFF"/>
                </a:solidFill>
                <a:latin typeface="Verdana"/>
                <a:cs typeface="Verdana"/>
              </a:rPr>
              <a:t> </a:t>
            </a:r>
            <a:r>
              <a:rPr sz="1800" spc="-60" dirty="0">
                <a:solidFill>
                  <a:srgbClr val="FFFFFF"/>
                </a:solidFill>
                <a:latin typeface="Verdana"/>
                <a:cs typeface="Verdana"/>
              </a:rPr>
              <a:t>PINCODE</a:t>
            </a:r>
            <a:r>
              <a:rPr sz="1800" spc="-135" dirty="0">
                <a:solidFill>
                  <a:srgbClr val="FFFFFF"/>
                </a:solidFill>
                <a:latin typeface="Verdana"/>
                <a:cs typeface="Verdana"/>
              </a:rPr>
              <a:t> </a:t>
            </a:r>
            <a:r>
              <a:rPr sz="1800" spc="-155" dirty="0">
                <a:solidFill>
                  <a:srgbClr val="FFFFFF"/>
                </a:solidFill>
                <a:latin typeface="Verdana"/>
                <a:cs typeface="Verdana"/>
              </a:rPr>
              <a:t>VALUES</a:t>
            </a:r>
            <a:r>
              <a:rPr sz="1800" spc="-80" dirty="0">
                <a:solidFill>
                  <a:srgbClr val="FFFFFF"/>
                </a:solidFill>
                <a:latin typeface="Verdana"/>
                <a:cs typeface="Verdana"/>
              </a:rPr>
              <a:t> </a:t>
            </a:r>
            <a:r>
              <a:rPr sz="1800" spc="-175" dirty="0">
                <a:solidFill>
                  <a:srgbClr val="FFFFFF"/>
                </a:solidFill>
                <a:latin typeface="Verdana"/>
                <a:cs typeface="Verdana"/>
              </a:rPr>
              <a:t>(500060,</a:t>
            </a:r>
            <a:r>
              <a:rPr sz="1800" spc="-20" dirty="0">
                <a:solidFill>
                  <a:srgbClr val="FFFFFF"/>
                </a:solidFill>
                <a:latin typeface="Verdana"/>
                <a:cs typeface="Verdana"/>
              </a:rPr>
              <a:t> </a:t>
            </a:r>
            <a:r>
              <a:rPr sz="1800" spc="-55" dirty="0">
                <a:solidFill>
                  <a:srgbClr val="FFFFFF"/>
                </a:solidFill>
                <a:latin typeface="Verdana"/>
                <a:cs typeface="Verdana"/>
              </a:rPr>
              <a:t>'VIDYANAGAR',</a:t>
            </a:r>
            <a:r>
              <a:rPr sz="1800" spc="-120" dirty="0">
                <a:solidFill>
                  <a:srgbClr val="FFFFFF"/>
                </a:solidFill>
                <a:latin typeface="Verdana"/>
                <a:cs typeface="Verdana"/>
              </a:rPr>
              <a:t> </a:t>
            </a:r>
            <a:r>
              <a:rPr sz="1800" spc="-10" dirty="0">
                <a:solidFill>
                  <a:srgbClr val="FFFFFF"/>
                </a:solidFill>
                <a:latin typeface="Verdana"/>
                <a:cs typeface="Verdana"/>
              </a:rPr>
              <a:t>'HYDERABAD’); </a:t>
            </a:r>
            <a:r>
              <a:rPr sz="1800" spc="-250" dirty="0">
                <a:solidFill>
                  <a:srgbClr val="FFFFFF"/>
                </a:solidFill>
                <a:latin typeface="Verdana"/>
                <a:cs typeface="Verdana"/>
              </a:rPr>
              <a:t>INSERT</a:t>
            </a:r>
            <a:r>
              <a:rPr sz="1800" spc="-120" dirty="0">
                <a:solidFill>
                  <a:srgbClr val="FFFFFF"/>
                </a:solidFill>
                <a:latin typeface="Verdana"/>
                <a:cs typeface="Verdana"/>
              </a:rPr>
              <a:t> </a:t>
            </a:r>
            <a:r>
              <a:rPr sz="1800" spc="-165" dirty="0">
                <a:solidFill>
                  <a:srgbClr val="FFFFFF"/>
                </a:solidFill>
                <a:latin typeface="Verdana"/>
                <a:cs typeface="Verdana"/>
              </a:rPr>
              <a:t>INTO</a:t>
            </a:r>
            <a:r>
              <a:rPr sz="1800" spc="-145" dirty="0">
                <a:solidFill>
                  <a:srgbClr val="FFFFFF"/>
                </a:solidFill>
                <a:latin typeface="Verdana"/>
                <a:cs typeface="Verdana"/>
              </a:rPr>
              <a:t> </a:t>
            </a:r>
            <a:r>
              <a:rPr sz="1800" spc="-60" dirty="0">
                <a:solidFill>
                  <a:srgbClr val="FFFFFF"/>
                </a:solidFill>
                <a:latin typeface="Verdana"/>
                <a:cs typeface="Verdana"/>
              </a:rPr>
              <a:t>PINCODE</a:t>
            </a:r>
            <a:r>
              <a:rPr sz="1800" spc="-145" dirty="0">
                <a:solidFill>
                  <a:srgbClr val="FFFFFF"/>
                </a:solidFill>
                <a:latin typeface="Verdana"/>
                <a:cs typeface="Verdana"/>
              </a:rPr>
              <a:t> </a:t>
            </a:r>
            <a:r>
              <a:rPr sz="1800" spc="-155" dirty="0">
                <a:solidFill>
                  <a:srgbClr val="FFFFFF"/>
                </a:solidFill>
                <a:latin typeface="Verdana"/>
                <a:cs typeface="Verdana"/>
              </a:rPr>
              <a:t>VALUES</a:t>
            </a:r>
            <a:r>
              <a:rPr sz="1800" spc="-95" dirty="0">
                <a:solidFill>
                  <a:srgbClr val="FFFFFF"/>
                </a:solidFill>
                <a:latin typeface="Verdana"/>
                <a:cs typeface="Verdana"/>
              </a:rPr>
              <a:t> </a:t>
            </a:r>
            <a:r>
              <a:rPr sz="1800" spc="-170" dirty="0">
                <a:solidFill>
                  <a:srgbClr val="FFFFFF"/>
                </a:solidFill>
                <a:latin typeface="Verdana"/>
                <a:cs typeface="Verdana"/>
              </a:rPr>
              <a:t>(500069,</a:t>
            </a:r>
            <a:r>
              <a:rPr sz="1800" spc="-70" dirty="0">
                <a:solidFill>
                  <a:srgbClr val="FFFFFF"/>
                </a:solidFill>
                <a:latin typeface="Verdana"/>
                <a:cs typeface="Verdana"/>
              </a:rPr>
              <a:t> </a:t>
            </a:r>
            <a:r>
              <a:rPr sz="1800" spc="-105" dirty="0">
                <a:solidFill>
                  <a:srgbClr val="FFFFFF"/>
                </a:solidFill>
                <a:latin typeface="Verdana"/>
                <a:cs typeface="Verdana"/>
              </a:rPr>
              <a:t>'MIYAPUR',</a:t>
            </a:r>
            <a:r>
              <a:rPr sz="1800" spc="-130" dirty="0">
                <a:solidFill>
                  <a:srgbClr val="FFFFFF"/>
                </a:solidFill>
                <a:latin typeface="Verdana"/>
                <a:cs typeface="Verdana"/>
              </a:rPr>
              <a:t> </a:t>
            </a:r>
            <a:r>
              <a:rPr sz="1800" spc="-10" dirty="0">
                <a:solidFill>
                  <a:srgbClr val="FFFFFF"/>
                </a:solidFill>
                <a:latin typeface="Verdana"/>
                <a:cs typeface="Verdana"/>
              </a:rPr>
              <a:t>'HYDERABAD’); </a:t>
            </a:r>
            <a:r>
              <a:rPr sz="1800" spc="-250" dirty="0">
                <a:solidFill>
                  <a:srgbClr val="FFFFFF"/>
                </a:solidFill>
                <a:latin typeface="Verdana"/>
                <a:cs typeface="Verdana"/>
              </a:rPr>
              <a:t>INSERT</a:t>
            </a:r>
            <a:r>
              <a:rPr sz="1800" spc="-125" dirty="0">
                <a:solidFill>
                  <a:srgbClr val="FFFFFF"/>
                </a:solidFill>
                <a:latin typeface="Verdana"/>
                <a:cs typeface="Verdana"/>
              </a:rPr>
              <a:t> </a:t>
            </a:r>
            <a:r>
              <a:rPr sz="1800" spc="-165" dirty="0">
                <a:solidFill>
                  <a:srgbClr val="FFFFFF"/>
                </a:solidFill>
                <a:latin typeface="Verdana"/>
                <a:cs typeface="Verdana"/>
              </a:rPr>
              <a:t>INTO</a:t>
            </a:r>
            <a:r>
              <a:rPr sz="1800" spc="-145" dirty="0">
                <a:solidFill>
                  <a:srgbClr val="FFFFFF"/>
                </a:solidFill>
                <a:latin typeface="Verdana"/>
                <a:cs typeface="Verdana"/>
              </a:rPr>
              <a:t> </a:t>
            </a:r>
            <a:r>
              <a:rPr sz="1800" spc="-60" dirty="0">
                <a:solidFill>
                  <a:srgbClr val="FFFFFF"/>
                </a:solidFill>
                <a:latin typeface="Verdana"/>
                <a:cs typeface="Verdana"/>
              </a:rPr>
              <a:t>PINCODE</a:t>
            </a:r>
            <a:r>
              <a:rPr sz="1800" spc="-150" dirty="0">
                <a:solidFill>
                  <a:srgbClr val="FFFFFF"/>
                </a:solidFill>
                <a:latin typeface="Verdana"/>
                <a:cs typeface="Verdana"/>
              </a:rPr>
              <a:t> </a:t>
            </a:r>
            <a:r>
              <a:rPr sz="1800" spc="-155" dirty="0">
                <a:solidFill>
                  <a:srgbClr val="FFFFFF"/>
                </a:solidFill>
                <a:latin typeface="Verdana"/>
                <a:cs typeface="Verdana"/>
              </a:rPr>
              <a:t>VALUES</a:t>
            </a:r>
            <a:r>
              <a:rPr sz="1800" spc="-105" dirty="0">
                <a:solidFill>
                  <a:srgbClr val="FFFFFF"/>
                </a:solidFill>
                <a:latin typeface="Verdana"/>
                <a:cs typeface="Verdana"/>
              </a:rPr>
              <a:t> </a:t>
            </a:r>
            <a:r>
              <a:rPr sz="1800" spc="-175" dirty="0">
                <a:solidFill>
                  <a:srgbClr val="FFFFFF"/>
                </a:solidFill>
                <a:latin typeface="Verdana"/>
                <a:cs typeface="Verdana"/>
              </a:rPr>
              <a:t>(500125,</a:t>
            </a:r>
            <a:r>
              <a:rPr sz="1800" spc="-40" dirty="0">
                <a:solidFill>
                  <a:srgbClr val="FFFFFF"/>
                </a:solidFill>
                <a:latin typeface="Verdana"/>
                <a:cs typeface="Verdana"/>
              </a:rPr>
              <a:t> </a:t>
            </a:r>
            <a:r>
              <a:rPr sz="1800" spc="-150" dirty="0">
                <a:solidFill>
                  <a:srgbClr val="FFFFFF"/>
                </a:solidFill>
                <a:latin typeface="Verdana"/>
                <a:cs typeface="Verdana"/>
              </a:rPr>
              <a:t>'KUKATPALLI',</a:t>
            </a:r>
            <a:r>
              <a:rPr sz="1800" spc="-140" dirty="0">
                <a:solidFill>
                  <a:srgbClr val="FFFFFF"/>
                </a:solidFill>
                <a:latin typeface="Verdana"/>
                <a:cs typeface="Verdana"/>
              </a:rPr>
              <a:t> </a:t>
            </a:r>
            <a:r>
              <a:rPr sz="1800" spc="-10" dirty="0">
                <a:solidFill>
                  <a:srgbClr val="FFFFFF"/>
                </a:solidFill>
                <a:latin typeface="Verdana"/>
                <a:cs typeface="Verdana"/>
              </a:rPr>
              <a:t>'HYDERABAD’); </a:t>
            </a:r>
            <a:r>
              <a:rPr sz="1800" spc="-250" dirty="0">
                <a:solidFill>
                  <a:srgbClr val="FFFFFF"/>
                </a:solidFill>
                <a:latin typeface="Verdana"/>
                <a:cs typeface="Verdana"/>
              </a:rPr>
              <a:t>INSERT</a:t>
            </a:r>
            <a:r>
              <a:rPr sz="1800" spc="-120" dirty="0">
                <a:solidFill>
                  <a:srgbClr val="FFFFFF"/>
                </a:solidFill>
                <a:latin typeface="Verdana"/>
                <a:cs typeface="Verdana"/>
              </a:rPr>
              <a:t> </a:t>
            </a:r>
            <a:r>
              <a:rPr sz="1800" spc="-165" dirty="0">
                <a:solidFill>
                  <a:srgbClr val="FFFFFF"/>
                </a:solidFill>
                <a:latin typeface="Verdana"/>
                <a:cs typeface="Verdana"/>
              </a:rPr>
              <a:t>INTO</a:t>
            </a:r>
            <a:r>
              <a:rPr sz="1800" spc="-135" dirty="0">
                <a:solidFill>
                  <a:srgbClr val="FFFFFF"/>
                </a:solidFill>
                <a:latin typeface="Verdana"/>
                <a:cs typeface="Verdana"/>
              </a:rPr>
              <a:t> </a:t>
            </a:r>
            <a:r>
              <a:rPr sz="1800" spc="-60" dirty="0">
                <a:solidFill>
                  <a:srgbClr val="FFFFFF"/>
                </a:solidFill>
                <a:latin typeface="Verdana"/>
                <a:cs typeface="Verdana"/>
              </a:rPr>
              <a:t>PINCODE</a:t>
            </a:r>
            <a:r>
              <a:rPr sz="1800" spc="-135" dirty="0">
                <a:solidFill>
                  <a:srgbClr val="FFFFFF"/>
                </a:solidFill>
                <a:latin typeface="Verdana"/>
                <a:cs typeface="Verdana"/>
              </a:rPr>
              <a:t> </a:t>
            </a:r>
            <a:r>
              <a:rPr sz="1800" spc="-155" dirty="0">
                <a:solidFill>
                  <a:srgbClr val="FFFFFF"/>
                </a:solidFill>
                <a:latin typeface="Verdana"/>
                <a:cs typeface="Verdana"/>
              </a:rPr>
              <a:t>VALUES</a:t>
            </a:r>
            <a:r>
              <a:rPr sz="1800" spc="-90" dirty="0">
                <a:solidFill>
                  <a:srgbClr val="FFFFFF"/>
                </a:solidFill>
                <a:latin typeface="Verdana"/>
                <a:cs typeface="Verdana"/>
              </a:rPr>
              <a:t> </a:t>
            </a:r>
            <a:r>
              <a:rPr sz="1800" spc="-180" dirty="0">
                <a:solidFill>
                  <a:srgbClr val="FFFFFF"/>
                </a:solidFill>
                <a:latin typeface="Verdana"/>
                <a:cs typeface="Verdana"/>
              </a:rPr>
              <a:t>(600004,</a:t>
            </a:r>
            <a:r>
              <a:rPr sz="1800" spc="-60" dirty="0">
                <a:solidFill>
                  <a:srgbClr val="FFFFFF"/>
                </a:solidFill>
                <a:latin typeface="Verdana"/>
                <a:cs typeface="Verdana"/>
              </a:rPr>
              <a:t> </a:t>
            </a:r>
            <a:r>
              <a:rPr sz="1800" spc="-195" dirty="0">
                <a:solidFill>
                  <a:srgbClr val="FFFFFF"/>
                </a:solidFill>
                <a:latin typeface="Verdana"/>
                <a:cs typeface="Verdana"/>
              </a:rPr>
              <a:t>'KAZIPET',</a:t>
            </a:r>
            <a:r>
              <a:rPr sz="1800" spc="-140" dirty="0">
                <a:solidFill>
                  <a:srgbClr val="FFFFFF"/>
                </a:solidFill>
                <a:latin typeface="Verdana"/>
                <a:cs typeface="Verdana"/>
              </a:rPr>
              <a:t> </a:t>
            </a:r>
            <a:r>
              <a:rPr sz="1800" spc="-10" dirty="0">
                <a:solidFill>
                  <a:srgbClr val="FFFFFF"/>
                </a:solidFill>
                <a:latin typeface="Verdana"/>
                <a:cs typeface="Verdana"/>
              </a:rPr>
              <a:t>'WARANGAL’);</a:t>
            </a:r>
            <a:endParaRPr sz="1800" dirty="0">
              <a:latin typeface="Verdana"/>
              <a:cs typeface="Verdana"/>
            </a:endParaRPr>
          </a:p>
          <a:p>
            <a:pPr marL="12700" marR="45720">
              <a:lnSpc>
                <a:spcPct val="100000"/>
              </a:lnSpc>
            </a:pPr>
            <a:r>
              <a:rPr sz="1800" spc="-250" dirty="0">
                <a:solidFill>
                  <a:srgbClr val="FFFFFF"/>
                </a:solidFill>
                <a:latin typeface="Verdana"/>
                <a:cs typeface="Verdana"/>
              </a:rPr>
              <a:t>INSERT</a:t>
            </a:r>
            <a:r>
              <a:rPr sz="1800" spc="-114" dirty="0">
                <a:solidFill>
                  <a:srgbClr val="FFFFFF"/>
                </a:solidFill>
                <a:latin typeface="Verdana"/>
                <a:cs typeface="Verdana"/>
              </a:rPr>
              <a:t> </a:t>
            </a:r>
            <a:r>
              <a:rPr sz="1800" spc="-165" dirty="0">
                <a:solidFill>
                  <a:srgbClr val="FFFFFF"/>
                </a:solidFill>
                <a:latin typeface="Verdana"/>
                <a:cs typeface="Verdana"/>
              </a:rPr>
              <a:t>INTO</a:t>
            </a:r>
            <a:r>
              <a:rPr sz="1800" spc="-130" dirty="0">
                <a:solidFill>
                  <a:srgbClr val="FFFFFF"/>
                </a:solidFill>
                <a:latin typeface="Verdana"/>
                <a:cs typeface="Verdana"/>
              </a:rPr>
              <a:t> </a:t>
            </a:r>
            <a:r>
              <a:rPr sz="1800" spc="-60" dirty="0">
                <a:solidFill>
                  <a:srgbClr val="FFFFFF"/>
                </a:solidFill>
                <a:latin typeface="Verdana"/>
                <a:cs typeface="Verdana"/>
              </a:rPr>
              <a:t>PINCODE</a:t>
            </a:r>
            <a:r>
              <a:rPr sz="1800" spc="-140" dirty="0">
                <a:solidFill>
                  <a:srgbClr val="FFFFFF"/>
                </a:solidFill>
                <a:latin typeface="Verdana"/>
                <a:cs typeface="Verdana"/>
              </a:rPr>
              <a:t> </a:t>
            </a:r>
            <a:r>
              <a:rPr sz="1800" spc="-155" dirty="0">
                <a:solidFill>
                  <a:srgbClr val="FFFFFF"/>
                </a:solidFill>
                <a:latin typeface="Verdana"/>
                <a:cs typeface="Verdana"/>
              </a:rPr>
              <a:t>VALUES</a:t>
            </a:r>
            <a:r>
              <a:rPr sz="1800" spc="-90" dirty="0">
                <a:solidFill>
                  <a:srgbClr val="FFFFFF"/>
                </a:solidFill>
                <a:latin typeface="Verdana"/>
                <a:cs typeface="Verdana"/>
              </a:rPr>
              <a:t> </a:t>
            </a:r>
            <a:r>
              <a:rPr sz="1800" spc="-175" dirty="0">
                <a:solidFill>
                  <a:srgbClr val="FFFFFF"/>
                </a:solidFill>
                <a:latin typeface="Verdana"/>
                <a:cs typeface="Verdana"/>
              </a:rPr>
              <a:t>(600008,</a:t>
            </a:r>
            <a:r>
              <a:rPr sz="1800" spc="-25" dirty="0">
                <a:solidFill>
                  <a:srgbClr val="FFFFFF"/>
                </a:solidFill>
                <a:latin typeface="Verdana"/>
                <a:cs typeface="Verdana"/>
              </a:rPr>
              <a:t> </a:t>
            </a:r>
            <a:r>
              <a:rPr sz="1800" spc="-170" dirty="0">
                <a:solidFill>
                  <a:srgbClr val="FFFFFF"/>
                </a:solidFill>
                <a:latin typeface="Verdana"/>
                <a:cs typeface="Verdana"/>
              </a:rPr>
              <a:t>'SUBEDARI',</a:t>
            </a:r>
            <a:r>
              <a:rPr sz="1800" spc="-130" dirty="0">
                <a:solidFill>
                  <a:srgbClr val="FFFFFF"/>
                </a:solidFill>
                <a:latin typeface="Verdana"/>
                <a:cs typeface="Verdana"/>
              </a:rPr>
              <a:t> </a:t>
            </a:r>
            <a:r>
              <a:rPr sz="1800" spc="-10" dirty="0">
                <a:solidFill>
                  <a:srgbClr val="FFFFFF"/>
                </a:solidFill>
                <a:latin typeface="Verdana"/>
                <a:cs typeface="Verdana"/>
              </a:rPr>
              <a:t>'WARANGAL’); </a:t>
            </a:r>
            <a:r>
              <a:rPr sz="1800" spc="-250" dirty="0">
                <a:solidFill>
                  <a:srgbClr val="FFFFFF"/>
                </a:solidFill>
                <a:latin typeface="Verdana"/>
                <a:cs typeface="Verdana"/>
              </a:rPr>
              <a:t>INSERT</a:t>
            </a:r>
            <a:r>
              <a:rPr sz="1800" spc="-135" dirty="0">
                <a:solidFill>
                  <a:srgbClr val="FFFFFF"/>
                </a:solidFill>
                <a:latin typeface="Verdana"/>
                <a:cs typeface="Verdana"/>
              </a:rPr>
              <a:t> </a:t>
            </a:r>
            <a:r>
              <a:rPr sz="1800" spc="-165" dirty="0">
                <a:solidFill>
                  <a:srgbClr val="FFFFFF"/>
                </a:solidFill>
                <a:latin typeface="Verdana"/>
                <a:cs typeface="Verdana"/>
              </a:rPr>
              <a:t>INTO</a:t>
            </a:r>
            <a:r>
              <a:rPr sz="1800" spc="-140" dirty="0">
                <a:solidFill>
                  <a:srgbClr val="FFFFFF"/>
                </a:solidFill>
                <a:latin typeface="Verdana"/>
                <a:cs typeface="Verdana"/>
              </a:rPr>
              <a:t> </a:t>
            </a:r>
            <a:r>
              <a:rPr sz="1800" spc="-60" dirty="0">
                <a:solidFill>
                  <a:srgbClr val="FFFFFF"/>
                </a:solidFill>
                <a:latin typeface="Verdana"/>
                <a:cs typeface="Verdana"/>
              </a:rPr>
              <a:t>PINCODE</a:t>
            </a:r>
            <a:r>
              <a:rPr sz="1800" spc="-145" dirty="0">
                <a:solidFill>
                  <a:srgbClr val="FFFFFF"/>
                </a:solidFill>
                <a:latin typeface="Verdana"/>
                <a:cs typeface="Verdana"/>
              </a:rPr>
              <a:t> </a:t>
            </a:r>
            <a:r>
              <a:rPr sz="1800" spc="-155" dirty="0">
                <a:solidFill>
                  <a:srgbClr val="FFFFFF"/>
                </a:solidFill>
                <a:latin typeface="Verdana"/>
                <a:cs typeface="Verdana"/>
              </a:rPr>
              <a:t>VALUES</a:t>
            </a:r>
            <a:r>
              <a:rPr sz="1800" spc="-100" dirty="0">
                <a:solidFill>
                  <a:srgbClr val="FFFFFF"/>
                </a:solidFill>
                <a:latin typeface="Verdana"/>
                <a:cs typeface="Verdana"/>
              </a:rPr>
              <a:t> </a:t>
            </a:r>
            <a:r>
              <a:rPr sz="1800" spc="-170" dirty="0">
                <a:solidFill>
                  <a:srgbClr val="FFFFFF"/>
                </a:solidFill>
                <a:latin typeface="Verdana"/>
                <a:cs typeface="Verdana"/>
              </a:rPr>
              <a:t>(600021,</a:t>
            </a:r>
            <a:r>
              <a:rPr sz="1800" spc="-70" dirty="0">
                <a:solidFill>
                  <a:srgbClr val="FFFFFF"/>
                </a:solidFill>
                <a:latin typeface="Verdana"/>
                <a:cs typeface="Verdana"/>
              </a:rPr>
              <a:t> </a:t>
            </a:r>
            <a:r>
              <a:rPr sz="1800" spc="-185" dirty="0">
                <a:solidFill>
                  <a:srgbClr val="FFFFFF"/>
                </a:solidFill>
                <a:latin typeface="Verdana"/>
                <a:cs typeface="Verdana"/>
              </a:rPr>
              <a:t>'LB</a:t>
            </a:r>
            <a:r>
              <a:rPr sz="1800" spc="-90" dirty="0">
                <a:solidFill>
                  <a:srgbClr val="FFFFFF"/>
                </a:solidFill>
                <a:latin typeface="Verdana"/>
                <a:cs typeface="Verdana"/>
              </a:rPr>
              <a:t> </a:t>
            </a:r>
            <a:r>
              <a:rPr sz="1800" spc="-30" dirty="0">
                <a:solidFill>
                  <a:srgbClr val="FFFFFF"/>
                </a:solidFill>
                <a:latin typeface="Verdana"/>
                <a:cs typeface="Verdana"/>
              </a:rPr>
              <a:t>NAGAR',</a:t>
            </a:r>
            <a:r>
              <a:rPr sz="1800" spc="-145" dirty="0">
                <a:solidFill>
                  <a:srgbClr val="FFFFFF"/>
                </a:solidFill>
                <a:latin typeface="Verdana"/>
                <a:cs typeface="Verdana"/>
              </a:rPr>
              <a:t> </a:t>
            </a:r>
            <a:r>
              <a:rPr sz="1800" spc="-10" dirty="0">
                <a:solidFill>
                  <a:srgbClr val="FFFFFF"/>
                </a:solidFill>
                <a:latin typeface="Verdana"/>
                <a:cs typeface="Verdana"/>
              </a:rPr>
              <a:t>'WARANGAL’); </a:t>
            </a:r>
            <a:r>
              <a:rPr sz="1800" spc="-250" dirty="0">
                <a:solidFill>
                  <a:srgbClr val="FFFFFF"/>
                </a:solidFill>
                <a:latin typeface="Verdana"/>
                <a:cs typeface="Verdana"/>
              </a:rPr>
              <a:t>INSERT</a:t>
            </a:r>
            <a:r>
              <a:rPr sz="1800" spc="-110" dirty="0">
                <a:solidFill>
                  <a:srgbClr val="FFFFFF"/>
                </a:solidFill>
                <a:latin typeface="Verdana"/>
                <a:cs typeface="Verdana"/>
              </a:rPr>
              <a:t> </a:t>
            </a:r>
            <a:r>
              <a:rPr sz="1800" spc="-165" dirty="0">
                <a:solidFill>
                  <a:srgbClr val="FFFFFF"/>
                </a:solidFill>
                <a:latin typeface="Verdana"/>
                <a:cs typeface="Verdana"/>
              </a:rPr>
              <a:t>INTO</a:t>
            </a:r>
            <a:r>
              <a:rPr sz="1800" spc="-130" dirty="0">
                <a:solidFill>
                  <a:srgbClr val="FFFFFF"/>
                </a:solidFill>
                <a:latin typeface="Verdana"/>
                <a:cs typeface="Verdana"/>
              </a:rPr>
              <a:t> </a:t>
            </a:r>
            <a:r>
              <a:rPr sz="1800" spc="-60" dirty="0">
                <a:solidFill>
                  <a:srgbClr val="FFFFFF"/>
                </a:solidFill>
                <a:latin typeface="Verdana"/>
                <a:cs typeface="Verdana"/>
              </a:rPr>
              <a:t>PINCODE</a:t>
            </a:r>
            <a:r>
              <a:rPr sz="1800" spc="-140" dirty="0">
                <a:solidFill>
                  <a:srgbClr val="FFFFFF"/>
                </a:solidFill>
                <a:latin typeface="Verdana"/>
                <a:cs typeface="Verdana"/>
              </a:rPr>
              <a:t> </a:t>
            </a:r>
            <a:r>
              <a:rPr sz="1800" spc="-155" dirty="0">
                <a:solidFill>
                  <a:srgbClr val="FFFFFF"/>
                </a:solidFill>
                <a:latin typeface="Verdana"/>
                <a:cs typeface="Verdana"/>
              </a:rPr>
              <a:t>VALUES</a:t>
            </a:r>
            <a:r>
              <a:rPr sz="1800" spc="-85" dirty="0">
                <a:solidFill>
                  <a:srgbClr val="FFFFFF"/>
                </a:solidFill>
                <a:latin typeface="Verdana"/>
                <a:cs typeface="Verdana"/>
              </a:rPr>
              <a:t> </a:t>
            </a:r>
            <a:r>
              <a:rPr sz="1800" spc="-175" dirty="0">
                <a:solidFill>
                  <a:srgbClr val="FFFFFF"/>
                </a:solidFill>
                <a:latin typeface="Verdana"/>
                <a:cs typeface="Verdana"/>
              </a:rPr>
              <a:t>(600035,</a:t>
            </a:r>
            <a:r>
              <a:rPr sz="1800" spc="-25" dirty="0">
                <a:solidFill>
                  <a:srgbClr val="FFFFFF"/>
                </a:solidFill>
                <a:latin typeface="Verdana"/>
                <a:cs typeface="Verdana"/>
              </a:rPr>
              <a:t> </a:t>
            </a:r>
            <a:r>
              <a:rPr sz="1800" spc="-150" dirty="0">
                <a:solidFill>
                  <a:srgbClr val="FFFFFF"/>
                </a:solidFill>
                <a:latin typeface="Verdana"/>
                <a:cs typeface="Verdana"/>
              </a:rPr>
              <a:t>'SHAMBUNIPET',</a:t>
            </a:r>
            <a:r>
              <a:rPr sz="1800" spc="-140" dirty="0">
                <a:solidFill>
                  <a:srgbClr val="FFFFFF"/>
                </a:solidFill>
                <a:latin typeface="Verdana"/>
                <a:cs typeface="Verdana"/>
              </a:rPr>
              <a:t> </a:t>
            </a:r>
            <a:r>
              <a:rPr sz="1800" spc="-10" dirty="0">
                <a:solidFill>
                  <a:srgbClr val="FFFFFF"/>
                </a:solidFill>
                <a:latin typeface="Verdana"/>
                <a:cs typeface="Verdana"/>
              </a:rPr>
              <a:t>'WARANGAL’); </a:t>
            </a:r>
            <a:r>
              <a:rPr sz="1800" spc="-250" dirty="0">
                <a:solidFill>
                  <a:srgbClr val="FFFFFF"/>
                </a:solidFill>
                <a:latin typeface="Verdana"/>
                <a:cs typeface="Verdana"/>
              </a:rPr>
              <a:t>INSERT</a:t>
            </a:r>
            <a:r>
              <a:rPr sz="1800" spc="-125" dirty="0">
                <a:solidFill>
                  <a:srgbClr val="FFFFFF"/>
                </a:solidFill>
                <a:latin typeface="Verdana"/>
                <a:cs typeface="Verdana"/>
              </a:rPr>
              <a:t> </a:t>
            </a:r>
            <a:r>
              <a:rPr sz="1800" spc="-165" dirty="0">
                <a:solidFill>
                  <a:srgbClr val="FFFFFF"/>
                </a:solidFill>
                <a:latin typeface="Verdana"/>
                <a:cs typeface="Verdana"/>
              </a:rPr>
              <a:t>INTO</a:t>
            </a:r>
            <a:r>
              <a:rPr sz="1800" spc="-140" dirty="0">
                <a:solidFill>
                  <a:srgbClr val="FFFFFF"/>
                </a:solidFill>
                <a:latin typeface="Verdana"/>
                <a:cs typeface="Verdana"/>
              </a:rPr>
              <a:t> </a:t>
            </a:r>
            <a:r>
              <a:rPr sz="1800" spc="-60" dirty="0">
                <a:solidFill>
                  <a:srgbClr val="FFFFFF"/>
                </a:solidFill>
                <a:latin typeface="Verdana"/>
                <a:cs typeface="Verdana"/>
              </a:rPr>
              <a:t>PINCODE</a:t>
            </a:r>
            <a:r>
              <a:rPr sz="1800" spc="-150" dirty="0">
                <a:solidFill>
                  <a:srgbClr val="FFFFFF"/>
                </a:solidFill>
                <a:latin typeface="Verdana"/>
                <a:cs typeface="Verdana"/>
              </a:rPr>
              <a:t> </a:t>
            </a:r>
            <a:r>
              <a:rPr sz="1800" spc="-155" dirty="0">
                <a:solidFill>
                  <a:srgbClr val="FFFFFF"/>
                </a:solidFill>
                <a:latin typeface="Verdana"/>
                <a:cs typeface="Verdana"/>
              </a:rPr>
              <a:t>VALUES</a:t>
            </a:r>
            <a:r>
              <a:rPr sz="1800" spc="-95" dirty="0">
                <a:solidFill>
                  <a:srgbClr val="FFFFFF"/>
                </a:solidFill>
                <a:latin typeface="Verdana"/>
                <a:cs typeface="Verdana"/>
              </a:rPr>
              <a:t> </a:t>
            </a:r>
            <a:r>
              <a:rPr sz="1800" spc="-175" dirty="0">
                <a:solidFill>
                  <a:srgbClr val="FFFFFF"/>
                </a:solidFill>
                <a:latin typeface="Verdana"/>
                <a:cs typeface="Verdana"/>
              </a:rPr>
              <a:t>(600055,</a:t>
            </a:r>
            <a:r>
              <a:rPr sz="1800" spc="-40" dirty="0">
                <a:solidFill>
                  <a:srgbClr val="FFFFFF"/>
                </a:solidFill>
                <a:latin typeface="Verdana"/>
                <a:cs typeface="Verdana"/>
              </a:rPr>
              <a:t> </a:t>
            </a:r>
            <a:r>
              <a:rPr sz="1800" spc="-25" dirty="0">
                <a:solidFill>
                  <a:srgbClr val="FFFFFF"/>
                </a:solidFill>
                <a:latin typeface="Verdana"/>
                <a:cs typeface="Verdana"/>
              </a:rPr>
              <a:t>'HANMAKONDA',</a:t>
            </a:r>
            <a:r>
              <a:rPr sz="1800" spc="-20" dirty="0">
                <a:solidFill>
                  <a:srgbClr val="FFFFFF"/>
                </a:solidFill>
                <a:latin typeface="Verdana"/>
                <a:cs typeface="Verdana"/>
              </a:rPr>
              <a:t> </a:t>
            </a:r>
            <a:r>
              <a:rPr sz="1800" spc="-45" dirty="0">
                <a:solidFill>
                  <a:srgbClr val="FFFFFF"/>
                </a:solidFill>
                <a:latin typeface="Verdana"/>
                <a:cs typeface="Verdana"/>
              </a:rPr>
              <a:t>'WARANGAL');</a:t>
            </a:r>
            <a:endParaRPr sz="1800" dirty="0">
              <a:latin typeface="Verdana"/>
              <a:cs typeface="Verdana"/>
            </a:endParaRPr>
          </a:p>
        </p:txBody>
      </p:sp>
      <p:pic>
        <p:nvPicPr>
          <p:cNvPr id="5" name="Picture 4">
            <a:extLst>
              <a:ext uri="{FF2B5EF4-FFF2-40B4-BE49-F238E27FC236}">
                <a16:creationId xmlns:a16="http://schemas.microsoft.com/office/drawing/2014/main" id="{FFB7CC9A-635D-A9F3-A301-C802C152221E}"/>
              </a:ext>
            </a:extLst>
          </p:cNvPr>
          <p:cNvPicPr>
            <a:picLocks noChangeAspect="1"/>
          </p:cNvPicPr>
          <p:nvPr/>
        </p:nvPicPr>
        <p:blipFill>
          <a:blip r:embed="rId2"/>
          <a:stretch>
            <a:fillRect/>
          </a:stretch>
        </p:blipFill>
        <p:spPr>
          <a:xfrm>
            <a:off x="8991600" y="914400"/>
            <a:ext cx="2372056" cy="4495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4397" y="955039"/>
            <a:ext cx="7269480" cy="4942205"/>
          </a:xfrm>
          <a:prstGeom prst="rect">
            <a:avLst/>
          </a:prstGeom>
        </p:spPr>
        <p:txBody>
          <a:bodyPr vert="horz" wrap="square" lIns="0" tIns="13335" rIns="0" bIns="0" rtlCol="0">
            <a:spAutoFit/>
          </a:bodyPr>
          <a:lstStyle/>
          <a:p>
            <a:pPr marL="12700" marR="5492115">
              <a:lnSpc>
                <a:spcPct val="100000"/>
              </a:lnSpc>
              <a:spcBef>
                <a:spcPts val="105"/>
              </a:spcBef>
            </a:pPr>
            <a:r>
              <a:rPr sz="1400" spc="-220" dirty="0">
                <a:solidFill>
                  <a:srgbClr val="FFFFFF"/>
                </a:solidFill>
                <a:latin typeface="Arial MT"/>
                <a:cs typeface="Arial MT"/>
              </a:rPr>
              <a:t>CREATE</a:t>
            </a:r>
            <a:r>
              <a:rPr lang="en-US" sz="1400" spc="-220" dirty="0">
                <a:solidFill>
                  <a:srgbClr val="FFFFFF"/>
                </a:solidFill>
                <a:latin typeface="Arial MT"/>
                <a:cs typeface="Arial MT"/>
              </a:rPr>
              <a:t> </a:t>
            </a:r>
            <a:r>
              <a:rPr sz="1400" spc="-220" dirty="0">
                <a:solidFill>
                  <a:srgbClr val="FFFFFF"/>
                </a:solidFill>
                <a:latin typeface="Arial MT"/>
                <a:cs typeface="Arial MT"/>
              </a:rPr>
              <a:t>TABLE</a:t>
            </a:r>
            <a:r>
              <a:rPr lang="en-US" sz="1400" spc="-220" dirty="0">
                <a:solidFill>
                  <a:srgbClr val="FFFFFF"/>
                </a:solidFill>
                <a:latin typeface="Arial MT"/>
                <a:cs typeface="Arial MT"/>
              </a:rPr>
              <a:t> </a:t>
            </a:r>
            <a:r>
              <a:rPr sz="1400" spc="-220" dirty="0">
                <a:solidFill>
                  <a:srgbClr val="FFFFFF"/>
                </a:solidFill>
                <a:latin typeface="Arial MT"/>
                <a:cs typeface="Arial MT"/>
              </a:rPr>
              <a:t>EMPLOYEE</a:t>
            </a:r>
            <a:r>
              <a:rPr sz="1400" spc="-50" dirty="0">
                <a:solidFill>
                  <a:srgbClr val="FFFFFF"/>
                </a:solidFill>
                <a:latin typeface="Arial MT"/>
                <a:cs typeface="Arial MT"/>
              </a:rPr>
              <a:t> (</a:t>
            </a:r>
            <a:endParaRPr sz="1400" dirty="0">
              <a:latin typeface="Arial MT"/>
              <a:cs typeface="Arial MT"/>
            </a:endParaRPr>
          </a:p>
          <a:p>
            <a:pPr marL="131445" marR="4912995">
              <a:lnSpc>
                <a:spcPct val="100000"/>
              </a:lnSpc>
            </a:pPr>
            <a:r>
              <a:rPr sz="1400" spc="-145" dirty="0">
                <a:solidFill>
                  <a:srgbClr val="FFFFFF"/>
                </a:solidFill>
                <a:latin typeface="Arial MT"/>
                <a:cs typeface="Arial MT"/>
              </a:rPr>
              <a:t>EMP</a:t>
            </a:r>
            <a:r>
              <a:rPr sz="1400" spc="-140" dirty="0">
                <a:solidFill>
                  <a:srgbClr val="FFFFFF"/>
                </a:solidFill>
                <a:latin typeface="Arial MT"/>
                <a:cs typeface="Arial MT"/>
              </a:rPr>
              <a:t>_</a:t>
            </a:r>
            <a:r>
              <a:rPr sz="1400" spc="-135" dirty="0">
                <a:solidFill>
                  <a:srgbClr val="FFFFFF"/>
                </a:solidFill>
                <a:latin typeface="Arial MT"/>
                <a:cs typeface="Arial MT"/>
              </a:rPr>
              <a:t>I</a:t>
            </a:r>
            <a:r>
              <a:rPr sz="1400" spc="80" dirty="0">
                <a:solidFill>
                  <a:srgbClr val="FFFFFF"/>
                </a:solidFill>
                <a:latin typeface="Arial MT"/>
                <a:cs typeface="Arial MT"/>
              </a:rPr>
              <a:t>D</a:t>
            </a:r>
            <a:r>
              <a:rPr lang="en-US" sz="1400" dirty="0">
                <a:solidFill>
                  <a:srgbClr val="FFFFFF"/>
                </a:solidFill>
                <a:latin typeface="Calibri"/>
                <a:cs typeface="Calibri"/>
              </a:rPr>
              <a:t> INT </a:t>
            </a:r>
            <a:r>
              <a:rPr sz="1400" spc="-195" dirty="0">
                <a:solidFill>
                  <a:srgbClr val="FFFFFF"/>
                </a:solidFill>
                <a:latin typeface="Arial MT"/>
                <a:cs typeface="Arial MT"/>
              </a:rPr>
              <a:t>PR</a:t>
            </a:r>
            <a:r>
              <a:rPr sz="1400" spc="-180" dirty="0">
                <a:solidFill>
                  <a:srgbClr val="FFFFFF"/>
                </a:solidFill>
                <a:latin typeface="Arial MT"/>
                <a:cs typeface="Arial MT"/>
              </a:rPr>
              <a:t>I</a:t>
            </a:r>
            <a:r>
              <a:rPr sz="1400" spc="-195" dirty="0">
                <a:solidFill>
                  <a:srgbClr val="FFFFFF"/>
                </a:solidFill>
                <a:latin typeface="Arial MT"/>
                <a:cs typeface="Arial MT"/>
              </a:rPr>
              <a:t>MA</a:t>
            </a:r>
            <a:r>
              <a:rPr sz="1400" spc="-215" dirty="0">
                <a:solidFill>
                  <a:srgbClr val="FFFFFF"/>
                </a:solidFill>
                <a:latin typeface="Arial MT"/>
                <a:cs typeface="Arial MT"/>
              </a:rPr>
              <a:t>R</a:t>
            </a:r>
            <a:r>
              <a:rPr sz="1400" spc="-50" dirty="0">
                <a:solidFill>
                  <a:srgbClr val="FFFFFF"/>
                </a:solidFill>
                <a:latin typeface="Arial MT"/>
                <a:cs typeface="Arial MT"/>
              </a:rPr>
              <a:t>Y</a:t>
            </a:r>
            <a:r>
              <a:rPr sz="1400" spc="-265" dirty="0">
                <a:solidFill>
                  <a:srgbClr val="FFFFFF"/>
                </a:solidFill>
                <a:latin typeface="Arial MT"/>
                <a:cs typeface="Arial MT"/>
              </a:rPr>
              <a:t>KE</a:t>
            </a:r>
            <a:r>
              <a:rPr sz="1400" spc="-459" dirty="0">
                <a:solidFill>
                  <a:srgbClr val="FFFFFF"/>
                </a:solidFill>
                <a:latin typeface="Arial MT"/>
                <a:cs typeface="Arial MT"/>
              </a:rPr>
              <a:t>Y</a:t>
            </a:r>
            <a:r>
              <a:rPr sz="1400" spc="-5" dirty="0">
                <a:solidFill>
                  <a:srgbClr val="FFFFFF"/>
                </a:solidFill>
                <a:latin typeface="Arial MT"/>
                <a:cs typeface="Arial MT"/>
              </a:rPr>
              <a:t>,</a:t>
            </a:r>
            <a:r>
              <a:rPr sz="1400" spc="-160" dirty="0">
                <a:solidFill>
                  <a:srgbClr val="FFFFFF"/>
                </a:solidFill>
                <a:latin typeface="Arial MT"/>
                <a:cs typeface="Arial MT"/>
              </a:rPr>
              <a:t> </a:t>
            </a:r>
            <a:r>
              <a:rPr sz="1400" spc="-155" dirty="0">
                <a:solidFill>
                  <a:srgbClr val="FFFFFF"/>
                </a:solidFill>
                <a:latin typeface="Arial MT"/>
                <a:cs typeface="Arial MT"/>
              </a:rPr>
              <a:t>EMP_FNAME</a:t>
            </a:r>
            <a:r>
              <a:rPr sz="1400" spc="-204" dirty="0">
                <a:solidFill>
                  <a:srgbClr val="FFFFFF"/>
                </a:solidFill>
                <a:latin typeface="Arial MT"/>
                <a:cs typeface="Arial MT"/>
              </a:rPr>
              <a:t> </a:t>
            </a:r>
            <a:r>
              <a:rPr sz="1400" spc="-85" dirty="0">
                <a:solidFill>
                  <a:srgbClr val="FFFFFF"/>
                </a:solidFill>
                <a:latin typeface="Arial MT"/>
                <a:cs typeface="Arial MT"/>
              </a:rPr>
              <a:t>VARCHAR(100), </a:t>
            </a:r>
            <a:r>
              <a:rPr sz="1400" spc="-125" dirty="0">
                <a:solidFill>
                  <a:srgbClr val="FFFFFF"/>
                </a:solidFill>
                <a:latin typeface="Arial MT"/>
                <a:cs typeface="Arial MT"/>
              </a:rPr>
              <a:t>EMP_MNAME</a:t>
            </a:r>
            <a:r>
              <a:rPr sz="1400" spc="-215" dirty="0">
                <a:solidFill>
                  <a:srgbClr val="FFFFFF"/>
                </a:solidFill>
                <a:latin typeface="Arial MT"/>
                <a:cs typeface="Arial MT"/>
              </a:rPr>
              <a:t> </a:t>
            </a:r>
            <a:r>
              <a:rPr sz="1400" spc="-95" dirty="0">
                <a:solidFill>
                  <a:srgbClr val="FFFFFF"/>
                </a:solidFill>
                <a:latin typeface="Arial MT"/>
                <a:cs typeface="Arial MT"/>
              </a:rPr>
              <a:t>VARCHAR(100), </a:t>
            </a:r>
            <a:r>
              <a:rPr sz="1400" spc="-105" dirty="0">
                <a:solidFill>
                  <a:srgbClr val="FFFFFF"/>
                </a:solidFill>
                <a:latin typeface="Arial MT"/>
                <a:cs typeface="Arial MT"/>
              </a:rPr>
              <a:t>EMP_LNAMEVARCHAR(100), </a:t>
            </a:r>
            <a:r>
              <a:rPr sz="1400" spc="-110" dirty="0">
                <a:solidFill>
                  <a:srgbClr val="FFFFFF"/>
                </a:solidFill>
                <a:latin typeface="Arial MT"/>
                <a:cs typeface="Arial MT"/>
              </a:rPr>
              <a:t>SALARY</a:t>
            </a:r>
            <a:r>
              <a:rPr lang="en-US" sz="1400" spc="-110" dirty="0">
                <a:solidFill>
                  <a:srgbClr val="FFFFFF"/>
                </a:solidFill>
                <a:latin typeface="Arial MT"/>
                <a:cs typeface="Arial MT"/>
              </a:rPr>
              <a:t> </a:t>
            </a:r>
            <a:r>
              <a:rPr lang="en-US" sz="1400" dirty="0">
                <a:solidFill>
                  <a:srgbClr val="FFFFFF"/>
                </a:solidFill>
                <a:latin typeface="Calibri"/>
                <a:cs typeface="Calibri"/>
              </a:rPr>
              <a:t>INT</a:t>
            </a:r>
            <a:r>
              <a:rPr sz="1400" spc="-110" dirty="0">
                <a:solidFill>
                  <a:srgbClr val="FFFFFF"/>
                </a:solidFill>
                <a:latin typeface="Arial MT"/>
                <a:cs typeface="Arial MT"/>
              </a:rPr>
              <a:t>, </a:t>
            </a:r>
            <a:r>
              <a:rPr sz="1400" spc="-60" dirty="0">
                <a:solidFill>
                  <a:srgbClr val="FFFFFF"/>
                </a:solidFill>
                <a:latin typeface="Arial MT"/>
                <a:cs typeface="Arial MT"/>
              </a:rPr>
              <a:t>ZOO_ID</a:t>
            </a:r>
            <a:r>
              <a:rPr lang="en-US" sz="1400" spc="-60" dirty="0">
                <a:solidFill>
                  <a:srgbClr val="FFFFFF"/>
                </a:solidFill>
                <a:latin typeface="Arial MT"/>
                <a:cs typeface="Arial MT"/>
              </a:rPr>
              <a:t> </a:t>
            </a:r>
            <a:r>
              <a:rPr lang="en-US" sz="1400" dirty="0">
                <a:solidFill>
                  <a:srgbClr val="FFFFFF"/>
                </a:solidFill>
                <a:latin typeface="Calibri"/>
                <a:cs typeface="Calibri"/>
              </a:rPr>
              <a:t>INT</a:t>
            </a:r>
            <a:r>
              <a:rPr sz="1400" spc="-60" dirty="0">
                <a:solidFill>
                  <a:srgbClr val="FFFFFF"/>
                </a:solidFill>
                <a:latin typeface="Arial MT"/>
                <a:cs typeface="Arial MT"/>
              </a:rPr>
              <a:t>,</a:t>
            </a:r>
            <a:endParaRPr sz="1400" dirty="0">
              <a:latin typeface="Arial MT"/>
              <a:cs typeface="Arial MT"/>
            </a:endParaRPr>
          </a:p>
          <a:p>
            <a:pPr marL="131445" marR="3625850">
              <a:lnSpc>
                <a:spcPct val="100000"/>
              </a:lnSpc>
            </a:pPr>
            <a:r>
              <a:rPr sz="1400" spc="-180" dirty="0">
                <a:solidFill>
                  <a:srgbClr val="FFFFFF"/>
                </a:solidFill>
                <a:latin typeface="Arial MT"/>
                <a:cs typeface="Arial MT"/>
              </a:rPr>
              <a:t>FOREIGNKEY(ZOO_ID)REFERENCESZOO(ZOO_ID), </a:t>
            </a:r>
            <a:r>
              <a:rPr sz="1400" spc="-114" dirty="0">
                <a:solidFill>
                  <a:srgbClr val="FFFFFF"/>
                </a:solidFill>
                <a:latin typeface="Arial MT"/>
                <a:cs typeface="Arial MT"/>
              </a:rPr>
              <a:t>PINNUM</a:t>
            </a:r>
            <a:r>
              <a:rPr sz="1400" spc="-95" dirty="0">
                <a:solidFill>
                  <a:srgbClr val="FFFFFF"/>
                </a:solidFill>
                <a:latin typeface="Arial MT"/>
                <a:cs typeface="Arial MT"/>
              </a:rPr>
              <a:t> </a:t>
            </a:r>
            <a:r>
              <a:rPr lang="en-US" sz="1400" dirty="0">
                <a:solidFill>
                  <a:srgbClr val="FFFFFF"/>
                </a:solidFill>
                <a:latin typeface="Calibri"/>
                <a:cs typeface="Calibri"/>
              </a:rPr>
              <a:t>INT</a:t>
            </a:r>
            <a:r>
              <a:rPr sz="1400" spc="-10" dirty="0">
                <a:solidFill>
                  <a:srgbClr val="FFFFFF"/>
                </a:solidFill>
                <a:latin typeface="Arial MT"/>
                <a:cs typeface="Arial MT"/>
              </a:rPr>
              <a:t>,</a:t>
            </a:r>
            <a:endParaRPr sz="1400" dirty="0">
              <a:latin typeface="Arial MT"/>
              <a:cs typeface="Arial MT"/>
            </a:endParaRPr>
          </a:p>
          <a:p>
            <a:pPr marL="131445">
              <a:lnSpc>
                <a:spcPct val="100000"/>
              </a:lnSpc>
            </a:pPr>
            <a:r>
              <a:rPr sz="1400" spc="-155" dirty="0">
                <a:solidFill>
                  <a:srgbClr val="FFFFFF"/>
                </a:solidFill>
                <a:latin typeface="Arial MT"/>
                <a:cs typeface="Arial MT"/>
              </a:rPr>
              <a:t>FOREIGNKEY(PINNUM)</a:t>
            </a:r>
            <a:r>
              <a:rPr sz="1400" spc="-100" dirty="0">
                <a:solidFill>
                  <a:srgbClr val="FFFFFF"/>
                </a:solidFill>
                <a:latin typeface="Arial MT"/>
                <a:cs typeface="Arial MT"/>
              </a:rPr>
              <a:t> </a:t>
            </a:r>
            <a:r>
              <a:rPr sz="1400" spc="-140" dirty="0">
                <a:solidFill>
                  <a:srgbClr val="FFFFFF"/>
                </a:solidFill>
                <a:latin typeface="Arial MT"/>
                <a:cs typeface="Arial MT"/>
              </a:rPr>
              <a:t>REFERENCESPINCODE(PINNUM)</a:t>
            </a:r>
            <a:endParaRPr sz="1400" dirty="0">
              <a:latin typeface="Arial MT"/>
              <a:cs typeface="Arial MT"/>
            </a:endParaRPr>
          </a:p>
          <a:p>
            <a:pPr marL="12700">
              <a:lnSpc>
                <a:spcPct val="100000"/>
              </a:lnSpc>
            </a:pPr>
            <a:r>
              <a:rPr sz="1400" spc="-25" dirty="0">
                <a:solidFill>
                  <a:srgbClr val="FFFFFF"/>
                </a:solidFill>
                <a:latin typeface="Arial MT"/>
                <a:cs typeface="Arial MT"/>
              </a:rPr>
              <a:t>);</a:t>
            </a:r>
            <a:endParaRPr sz="1400" dirty="0">
              <a:latin typeface="Arial MT"/>
              <a:cs typeface="Arial MT"/>
            </a:endParaRPr>
          </a:p>
          <a:p>
            <a:pPr>
              <a:lnSpc>
                <a:spcPct val="100000"/>
              </a:lnSpc>
              <a:spcBef>
                <a:spcPts val="130"/>
              </a:spcBef>
            </a:pPr>
            <a:endParaRPr sz="1400" dirty="0">
              <a:latin typeface="Arial MT"/>
              <a:cs typeface="Arial MT"/>
            </a:endParaRPr>
          </a:p>
          <a:p>
            <a:pPr marL="12700">
              <a:lnSpc>
                <a:spcPct val="100000"/>
              </a:lnSpc>
            </a:pPr>
            <a:r>
              <a:rPr sz="1400" spc="-170" dirty="0">
                <a:solidFill>
                  <a:srgbClr val="FFFFFF"/>
                </a:solidFill>
                <a:latin typeface="Arial MT"/>
                <a:cs typeface="Arial MT"/>
              </a:rPr>
              <a:t>INSERTINTO</a:t>
            </a:r>
            <a:r>
              <a:rPr sz="1400" spc="-270" dirty="0">
                <a:solidFill>
                  <a:srgbClr val="FFFFFF"/>
                </a:solidFill>
                <a:latin typeface="Arial MT"/>
                <a:cs typeface="Arial MT"/>
              </a:rPr>
              <a:t> </a:t>
            </a:r>
            <a:r>
              <a:rPr sz="1400" spc="-180" dirty="0">
                <a:solidFill>
                  <a:srgbClr val="FFFFFF"/>
                </a:solidFill>
                <a:latin typeface="Arial MT"/>
                <a:cs typeface="Arial MT"/>
              </a:rPr>
              <a:t>EMPLOYEEVALUES(1001,</a:t>
            </a:r>
            <a:r>
              <a:rPr sz="1400" spc="-110" dirty="0">
                <a:solidFill>
                  <a:srgbClr val="FFFFFF"/>
                </a:solidFill>
                <a:latin typeface="Arial MT"/>
                <a:cs typeface="Arial MT"/>
              </a:rPr>
              <a:t> </a:t>
            </a:r>
            <a:r>
              <a:rPr sz="1400" spc="-120" dirty="0">
                <a:solidFill>
                  <a:srgbClr val="FFFFFF"/>
                </a:solidFill>
                <a:latin typeface="Arial MT"/>
                <a:cs typeface="Arial MT"/>
              </a:rPr>
              <a:t>'RAGHU',</a:t>
            </a:r>
            <a:r>
              <a:rPr sz="1400" spc="-135" dirty="0">
                <a:solidFill>
                  <a:srgbClr val="FFFFFF"/>
                </a:solidFill>
                <a:latin typeface="Arial MT"/>
                <a:cs typeface="Arial MT"/>
              </a:rPr>
              <a:t> </a:t>
            </a:r>
            <a:r>
              <a:rPr sz="1400" spc="-145" dirty="0">
                <a:solidFill>
                  <a:srgbClr val="FFFFFF"/>
                </a:solidFill>
                <a:latin typeface="Arial MT"/>
                <a:cs typeface="Arial MT"/>
              </a:rPr>
              <a:t>'PHANESH',</a:t>
            </a:r>
            <a:r>
              <a:rPr sz="1400" spc="-260" dirty="0">
                <a:solidFill>
                  <a:srgbClr val="FFFFFF"/>
                </a:solidFill>
                <a:latin typeface="Arial MT"/>
                <a:cs typeface="Arial MT"/>
              </a:rPr>
              <a:t> </a:t>
            </a:r>
            <a:r>
              <a:rPr sz="1400" spc="-170" dirty="0">
                <a:solidFill>
                  <a:srgbClr val="FFFFFF"/>
                </a:solidFill>
                <a:latin typeface="Arial MT"/>
                <a:cs typeface="Arial MT"/>
              </a:rPr>
              <a:t>'SANITARY',</a:t>
            </a:r>
            <a:r>
              <a:rPr sz="1400" spc="-260" dirty="0">
                <a:solidFill>
                  <a:srgbClr val="FFFFFF"/>
                </a:solidFill>
                <a:latin typeface="Arial MT"/>
                <a:cs typeface="Arial MT"/>
              </a:rPr>
              <a:t> </a:t>
            </a:r>
            <a:r>
              <a:rPr sz="1400" spc="-80" dirty="0">
                <a:solidFill>
                  <a:srgbClr val="FFFFFF"/>
                </a:solidFill>
                <a:latin typeface="Arial MT"/>
                <a:cs typeface="Arial MT"/>
              </a:rPr>
              <a:t>60000,</a:t>
            </a:r>
            <a:r>
              <a:rPr sz="1400" spc="-155" dirty="0">
                <a:solidFill>
                  <a:srgbClr val="FFFFFF"/>
                </a:solidFill>
                <a:latin typeface="Arial MT"/>
                <a:cs typeface="Arial MT"/>
              </a:rPr>
              <a:t> </a:t>
            </a:r>
            <a:r>
              <a:rPr sz="1400" spc="-80" dirty="0">
                <a:solidFill>
                  <a:srgbClr val="FFFFFF"/>
                </a:solidFill>
                <a:latin typeface="Arial MT"/>
                <a:cs typeface="Arial MT"/>
              </a:rPr>
              <a:t>10004,</a:t>
            </a:r>
            <a:r>
              <a:rPr sz="1400" spc="-160" dirty="0">
                <a:solidFill>
                  <a:srgbClr val="FFFFFF"/>
                </a:solidFill>
                <a:latin typeface="Arial MT"/>
                <a:cs typeface="Arial MT"/>
              </a:rPr>
              <a:t> </a:t>
            </a:r>
            <a:r>
              <a:rPr sz="1400" spc="-60" dirty="0">
                <a:solidFill>
                  <a:srgbClr val="FFFFFF"/>
                </a:solidFill>
                <a:latin typeface="Arial MT"/>
                <a:cs typeface="Arial MT"/>
              </a:rPr>
              <a:t>500001);</a:t>
            </a:r>
            <a:r>
              <a:rPr sz="1400" spc="285" dirty="0">
                <a:solidFill>
                  <a:srgbClr val="FFFFFF"/>
                </a:solidFill>
                <a:latin typeface="Arial MT"/>
                <a:cs typeface="Arial MT"/>
              </a:rPr>
              <a:t> </a:t>
            </a:r>
            <a:r>
              <a:rPr sz="1400" spc="-70" dirty="0">
                <a:solidFill>
                  <a:srgbClr val="FFFFFF"/>
                </a:solidFill>
                <a:latin typeface="Arial MT"/>
                <a:cs typeface="Arial MT"/>
              </a:rPr>
              <a:t>INSERT</a:t>
            </a:r>
            <a:endParaRPr sz="1400" dirty="0">
              <a:latin typeface="Arial MT"/>
              <a:cs typeface="Arial MT"/>
            </a:endParaRPr>
          </a:p>
          <a:p>
            <a:pPr marL="12700">
              <a:lnSpc>
                <a:spcPct val="100000"/>
              </a:lnSpc>
            </a:pPr>
            <a:r>
              <a:rPr sz="1400" spc="-165" dirty="0">
                <a:solidFill>
                  <a:srgbClr val="FFFFFF"/>
                </a:solidFill>
                <a:latin typeface="Arial MT"/>
                <a:cs typeface="Arial MT"/>
              </a:rPr>
              <a:t>INTOEMPLOYEEVALUES(1002,</a:t>
            </a:r>
            <a:r>
              <a:rPr sz="1400" spc="-160" dirty="0">
                <a:solidFill>
                  <a:srgbClr val="FFFFFF"/>
                </a:solidFill>
                <a:latin typeface="Arial MT"/>
                <a:cs typeface="Arial MT"/>
              </a:rPr>
              <a:t> </a:t>
            </a:r>
            <a:r>
              <a:rPr sz="1400" spc="-140" dirty="0">
                <a:solidFill>
                  <a:srgbClr val="FFFFFF"/>
                </a:solidFill>
                <a:latin typeface="Arial MT"/>
                <a:cs typeface="Arial MT"/>
              </a:rPr>
              <a:t>'SANKAR',</a:t>
            </a:r>
            <a:r>
              <a:rPr sz="1400" spc="-200" dirty="0">
                <a:solidFill>
                  <a:srgbClr val="FFFFFF"/>
                </a:solidFill>
                <a:latin typeface="Arial MT"/>
                <a:cs typeface="Arial MT"/>
              </a:rPr>
              <a:t> </a:t>
            </a:r>
            <a:r>
              <a:rPr sz="1400" spc="-155" dirty="0">
                <a:solidFill>
                  <a:srgbClr val="FFFFFF"/>
                </a:solidFill>
                <a:latin typeface="Arial MT"/>
                <a:cs typeface="Arial MT"/>
              </a:rPr>
              <a:t>'KOLAPALI',</a:t>
            </a:r>
            <a:r>
              <a:rPr sz="1400" spc="-235" dirty="0">
                <a:solidFill>
                  <a:srgbClr val="FFFFFF"/>
                </a:solidFill>
                <a:latin typeface="Arial MT"/>
                <a:cs typeface="Arial MT"/>
              </a:rPr>
              <a:t> </a:t>
            </a:r>
            <a:r>
              <a:rPr sz="1400" spc="-165" dirty="0">
                <a:solidFill>
                  <a:srgbClr val="FFFFFF"/>
                </a:solidFill>
                <a:latin typeface="Arial MT"/>
                <a:cs typeface="Arial MT"/>
              </a:rPr>
              <a:t>'SECURITY',</a:t>
            </a:r>
            <a:r>
              <a:rPr sz="1400" spc="-280" dirty="0">
                <a:solidFill>
                  <a:srgbClr val="FFFFFF"/>
                </a:solidFill>
                <a:latin typeface="Arial MT"/>
                <a:cs typeface="Arial MT"/>
              </a:rPr>
              <a:t> </a:t>
            </a:r>
            <a:r>
              <a:rPr sz="1400" spc="-75" dirty="0">
                <a:solidFill>
                  <a:srgbClr val="FFFFFF"/>
                </a:solidFill>
                <a:latin typeface="Arial MT"/>
                <a:cs typeface="Arial MT"/>
              </a:rPr>
              <a:t>15000,</a:t>
            </a:r>
            <a:r>
              <a:rPr sz="1400" spc="-125" dirty="0">
                <a:solidFill>
                  <a:srgbClr val="FFFFFF"/>
                </a:solidFill>
                <a:latin typeface="Arial MT"/>
                <a:cs typeface="Arial MT"/>
              </a:rPr>
              <a:t> </a:t>
            </a:r>
            <a:r>
              <a:rPr sz="1400" spc="-70" dirty="0">
                <a:solidFill>
                  <a:srgbClr val="FFFFFF"/>
                </a:solidFill>
                <a:latin typeface="Arial MT"/>
                <a:cs typeface="Arial MT"/>
              </a:rPr>
              <a:t>10009,500016);</a:t>
            </a:r>
            <a:r>
              <a:rPr sz="1400" spc="240" dirty="0">
                <a:solidFill>
                  <a:srgbClr val="FFFFFF"/>
                </a:solidFill>
                <a:latin typeface="Arial MT"/>
                <a:cs typeface="Arial MT"/>
              </a:rPr>
              <a:t> </a:t>
            </a:r>
            <a:r>
              <a:rPr sz="1400" spc="-50" dirty="0">
                <a:solidFill>
                  <a:srgbClr val="FFFFFF"/>
                </a:solidFill>
                <a:latin typeface="Arial MT"/>
                <a:cs typeface="Arial MT"/>
              </a:rPr>
              <a:t>INSERTINTO</a:t>
            </a:r>
            <a:endParaRPr sz="1400" dirty="0">
              <a:latin typeface="Arial MT"/>
              <a:cs typeface="Arial MT"/>
            </a:endParaRPr>
          </a:p>
          <a:p>
            <a:pPr marL="12700">
              <a:lnSpc>
                <a:spcPct val="100000"/>
              </a:lnSpc>
              <a:spcBef>
                <a:spcPts val="5"/>
              </a:spcBef>
            </a:pPr>
            <a:r>
              <a:rPr sz="1400" spc="-175" dirty="0">
                <a:solidFill>
                  <a:srgbClr val="FFFFFF"/>
                </a:solidFill>
                <a:latin typeface="Arial MT"/>
                <a:cs typeface="Arial MT"/>
              </a:rPr>
              <a:t>EMPLOYEEVALUES(1003,</a:t>
            </a:r>
            <a:r>
              <a:rPr sz="1400" spc="-85" dirty="0">
                <a:solidFill>
                  <a:srgbClr val="FFFFFF"/>
                </a:solidFill>
                <a:latin typeface="Arial MT"/>
                <a:cs typeface="Arial MT"/>
              </a:rPr>
              <a:t> </a:t>
            </a:r>
            <a:r>
              <a:rPr sz="1400" spc="-110" dirty="0">
                <a:solidFill>
                  <a:srgbClr val="FFFFFF"/>
                </a:solidFill>
                <a:latin typeface="Arial MT"/>
                <a:cs typeface="Arial MT"/>
              </a:rPr>
              <a:t>'SAMVIDHA',</a:t>
            </a:r>
            <a:r>
              <a:rPr sz="1400" spc="-100" dirty="0">
                <a:solidFill>
                  <a:srgbClr val="FFFFFF"/>
                </a:solidFill>
                <a:latin typeface="Arial MT"/>
                <a:cs typeface="Arial MT"/>
              </a:rPr>
              <a:t> </a:t>
            </a:r>
            <a:r>
              <a:rPr sz="1400" spc="-145" dirty="0">
                <a:solidFill>
                  <a:srgbClr val="FFFFFF"/>
                </a:solidFill>
                <a:latin typeface="Arial MT"/>
                <a:cs typeface="Arial MT"/>
              </a:rPr>
              <a:t>'JAARON','CAGEKEEPER',15000,</a:t>
            </a:r>
            <a:r>
              <a:rPr sz="1400" spc="-70" dirty="0">
                <a:solidFill>
                  <a:srgbClr val="FFFFFF"/>
                </a:solidFill>
                <a:latin typeface="Arial MT"/>
                <a:cs typeface="Arial MT"/>
              </a:rPr>
              <a:t> </a:t>
            </a:r>
            <a:r>
              <a:rPr sz="1400" spc="-75" dirty="0">
                <a:solidFill>
                  <a:srgbClr val="FFFFFF"/>
                </a:solidFill>
                <a:latin typeface="Arial MT"/>
                <a:cs typeface="Arial MT"/>
              </a:rPr>
              <a:t>10007,</a:t>
            </a:r>
            <a:r>
              <a:rPr sz="1400" spc="85" dirty="0">
                <a:solidFill>
                  <a:srgbClr val="FFFFFF"/>
                </a:solidFill>
                <a:latin typeface="Arial MT"/>
                <a:cs typeface="Arial MT"/>
              </a:rPr>
              <a:t> </a:t>
            </a:r>
            <a:r>
              <a:rPr sz="1400" spc="-10" dirty="0">
                <a:solidFill>
                  <a:srgbClr val="FFFFFF"/>
                </a:solidFill>
                <a:latin typeface="Arial MT"/>
                <a:cs typeface="Arial MT"/>
              </a:rPr>
              <a:t>600055);</a:t>
            </a:r>
            <a:endParaRPr sz="1400" dirty="0">
              <a:latin typeface="Arial MT"/>
              <a:cs typeface="Arial MT"/>
            </a:endParaRPr>
          </a:p>
          <a:p>
            <a:pPr marL="12700">
              <a:lnSpc>
                <a:spcPct val="100000"/>
              </a:lnSpc>
            </a:pPr>
            <a:r>
              <a:rPr sz="1400" spc="-175" dirty="0">
                <a:solidFill>
                  <a:srgbClr val="FFFFFF"/>
                </a:solidFill>
                <a:latin typeface="Arial MT"/>
                <a:cs typeface="Arial MT"/>
              </a:rPr>
              <a:t>INSERTINTOEMPLOYEEVALUES(1004,</a:t>
            </a:r>
            <a:r>
              <a:rPr sz="1400" spc="-75" dirty="0">
                <a:solidFill>
                  <a:srgbClr val="FFFFFF"/>
                </a:solidFill>
                <a:latin typeface="Arial MT"/>
                <a:cs typeface="Arial MT"/>
              </a:rPr>
              <a:t> </a:t>
            </a:r>
            <a:r>
              <a:rPr sz="1400" spc="-120" dirty="0">
                <a:solidFill>
                  <a:srgbClr val="FFFFFF"/>
                </a:solidFill>
                <a:latin typeface="Arial MT"/>
                <a:cs typeface="Arial MT"/>
              </a:rPr>
              <a:t>'ROHITH',</a:t>
            </a:r>
            <a:r>
              <a:rPr sz="1400" spc="-80" dirty="0">
                <a:solidFill>
                  <a:srgbClr val="FFFFFF"/>
                </a:solidFill>
                <a:latin typeface="Arial MT"/>
                <a:cs typeface="Arial MT"/>
              </a:rPr>
              <a:t> </a:t>
            </a:r>
            <a:r>
              <a:rPr sz="1400" spc="-125" dirty="0">
                <a:solidFill>
                  <a:srgbClr val="FFFFFF"/>
                </a:solidFill>
                <a:latin typeface="Arial MT"/>
                <a:cs typeface="Arial MT"/>
              </a:rPr>
              <a:t>'PINNAMRAJU',</a:t>
            </a:r>
            <a:r>
              <a:rPr sz="1400" spc="-35" dirty="0">
                <a:solidFill>
                  <a:srgbClr val="FFFFFF"/>
                </a:solidFill>
                <a:latin typeface="Arial MT"/>
                <a:cs typeface="Arial MT"/>
              </a:rPr>
              <a:t> </a:t>
            </a:r>
            <a:r>
              <a:rPr sz="1400" spc="-160" dirty="0">
                <a:solidFill>
                  <a:srgbClr val="FFFFFF"/>
                </a:solidFill>
                <a:latin typeface="Arial MT"/>
                <a:cs typeface="Arial MT"/>
              </a:rPr>
              <a:t>'GATEKEEPER',15000,</a:t>
            </a:r>
            <a:r>
              <a:rPr sz="1400" spc="-60" dirty="0">
                <a:solidFill>
                  <a:srgbClr val="FFFFFF"/>
                </a:solidFill>
                <a:latin typeface="Arial MT"/>
                <a:cs typeface="Arial MT"/>
              </a:rPr>
              <a:t> </a:t>
            </a:r>
            <a:r>
              <a:rPr sz="1400" spc="-80" dirty="0">
                <a:solidFill>
                  <a:srgbClr val="FFFFFF"/>
                </a:solidFill>
                <a:latin typeface="Arial MT"/>
                <a:cs typeface="Arial MT"/>
              </a:rPr>
              <a:t>10004,</a:t>
            </a:r>
            <a:r>
              <a:rPr sz="1400" spc="45" dirty="0">
                <a:solidFill>
                  <a:srgbClr val="FFFFFF"/>
                </a:solidFill>
                <a:latin typeface="Arial MT"/>
                <a:cs typeface="Arial MT"/>
              </a:rPr>
              <a:t> </a:t>
            </a:r>
            <a:r>
              <a:rPr sz="1400" spc="-10" dirty="0">
                <a:solidFill>
                  <a:srgbClr val="FFFFFF"/>
                </a:solidFill>
                <a:latin typeface="Arial MT"/>
                <a:cs typeface="Arial MT"/>
              </a:rPr>
              <a:t>500125);</a:t>
            </a:r>
            <a:endParaRPr sz="1400" dirty="0">
              <a:latin typeface="Arial MT"/>
              <a:cs typeface="Arial MT"/>
            </a:endParaRPr>
          </a:p>
          <a:p>
            <a:pPr marL="12700">
              <a:lnSpc>
                <a:spcPct val="100000"/>
              </a:lnSpc>
            </a:pPr>
            <a:r>
              <a:rPr sz="1400" spc="-175" dirty="0">
                <a:solidFill>
                  <a:srgbClr val="FFFFFF"/>
                </a:solidFill>
                <a:latin typeface="Arial MT"/>
                <a:cs typeface="Arial MT"/>
              </a:rPr>
              <a:t>INSERTINTOEMPLOYEEVALUES(1005,</a:t>
            </a:r>
            <a:r>
              <a:rPr sz="1400" spc="-75" dirty="0">
                <a:solidFill>
                  <a:srgbClr val="FFFFFF"/>
                </a:solidFill>
                <a:latin typeface="Arial MT"/>
                <a:cs typeface="Arial MT"/>
              </a:rPr>
              <a:t> </a:t>
            </a:r>
            <a:r>
              <a:rPr sz="1400" spc="-145" dirty="0">
                <a:solidFill>
                  <a:srgbClr val="FFFFFF"/>
                </a:solidFill>
                <a:latin typeface="Arial MT"/>
                <a:cs typeface="Arial MT"/>
              </a:rPr>
              <a:t>'NAVEEN',</a:t>
            </a:r>
            <a:r>
              <a:rPr sz="1400" spc="-135" dirty="0">
                <a:solidFill>
                  <a:srgbClr val="FFFFFF"/>
                </a:solidFill>
                <a:latin typeface="Arial MT"/>
                <a:cs typeface="Arial MT"/>
              </a:rPr>
              <a:t> </a:t>
            </a:r>
            <a:r>
              <a:rPr sz="1400" spc="-125" dirty="0">
                <a:solidFill>
                  <a:srgbClr val="FFFFFF"/>
                </a:solidFill>
                <a:latin typeface="Arial MT"/>
                <a:cs typeface="Arial MT"/>
              </a:rPr>
              <a:t>'ALLU</a:t>
            </a:r>
            <a:r>
              <a:rPr sz="1400" spc="-229" dirty="0">
                <a:solidFill>
                  <a:srgbClr val="FFFFFF"/>
                </a:solidFill>
                <a:latin typeface="Arial MT"/>
                <a:cs typeface="Arial MT"/>
              </a:rPr>
              <a:t> </a:t>
            </a:r>
            <a:r>
              <a:rPr sz="1400" spc="-165" dirty="0">
                <a:solidFill>
                  <a:srgbClr val="FFFFFF"/>
                </a:solidFill>
                <a:latin typeface="Arial MT"/>
                <a:cs typeface="Arial MT"/>
              </a:rPr>
              <a:t>RATNA',</a:t>
            </a:r>
            <a:r>
              <a:rPr sz="1400" spc="-175" dirty="0">
                <a:solidFill>
                  <a:srgbClr val="FFFFFF"/>
                </a:solidFill>
                <a:latin typeface="Arial MT"/>
                <a:cs typeface="Arial MT"/>
              </a:rPr>
              <a:t> </a:t>
            </a:r>
            <a:r>
              <a:rPr sz="1400" spc="-155" dirty="0">
                <a:solidFill>
                  <a:srgbClr val="FFFFFF"/>
                </a:solidFill>
                <a:latin typeface="Arial MT"/>
                <a:cs typeface="Arial MT"/>
              </a:rPr>
              <a:t>'CAGEKEEPER',15000,</a:t>
            </a:r>
            <a:r>
              <a:rPr sz="1400" spc="-40" dirty="0">
                <a:solidFill>
                  <a:srgbClr val="FFFFFF"/>
                </a:solidFill>
                <a:latin typeface="Arial MT"/>
                <a:cs typeface="Arial MT"/>
              </a:rPr>
              <a:t> </a:t>
            </a:r>
            <a:r>
              <a:rPr sz="1400" spc="-80" dirty="0">
                <a:solidFill>
                  <a:srgbClr val="FFFFFF"/>
                </a:solidFill>
                <a:latin typeface="Arial MT"/>
                <a:cs typeface="Arial MT"/>
              </a:rPr>
              <a:t>10003,</a:t>
            </a:r>
            <a:r>
              <a:rPr sz="1400" spc="-45" dirty="0">
                <a:solidFill>
                  <a:srgbClr val="FFFFFF"/>
                </a:solidFill>
                <a:latin typeface="Arial MT"/>
                <a:cs typeface="Arial MT"/>
              </a:rPr>
              <a:t> </a:t>
            </a:r>
            <a:r>
              <a:rPr sz="1400" spc="-10" dirty="0">
                <a:solidFill>
                  <a:srgbClr val="FFFFFF"/>
                </a:solidFill>
                <a:latin typeface="Arial MT"/>
                <a:cs typeface="Arial MT"/>
              </a:rPr>
              <a:t>500125);</a:t>
            </a:r>
            <a:endParaRPr sz="1400" dirty="0">
              <a:latin typeface="Arial MT"/>
              <a:cs typeface="Arial MT"/>
            </a:endParaRPr>
          </a:p>
          <a:p>
            <a:pPr marL="12700">
              <a:lnSpc>
                <a:spcPct val="100000"/>
              </a:lnSpc>
            </a:pPr>
            <a:r>
              <a:rPr sz="1400" spc="-175" dirty="0">
                <a:solidFill>
                  <a:srgbClr val="FFFFFF"/>
                </a:solidFill>
                <a:latin typeface="Arial MT"/>
                <a:cs typeface="Arial MT"/>
              </a:rPr>
              <a:t>INSERTINTOEMPLOYEEVALUES(1006,</a:t>
            </a:r>
            <a:r>
              <a:rPr sz="1400" spc="-95" dirty="0">
                <a:solidFill>
                  <a:srgbClr val="FFFFFF"/>
                </a:solidFill>
                <a:latin typeface="Arial MT"/>
                <a:cs typeface="Arial MT"/>
              </a:rPr>
              <a:t> </a:t>
            </a:r>
            <a:r>
              <a:rPr sz="1400" spc="-135" dirty="0">
                <a:solidFill>
                  <a:srgbClr val="FFFFFF"/>
                </a:solidFill>
                <a:latin typeface="Arial MT"/>
                <a:cs typeface="Arial MT"/>
              </a:rPr>
              <a:t>'VARUN',</a:t>
            </a:r>
            <a:r>
              <a:rPr sz="1400" spc="-65" dirty="0">
                <a:solidFill>
                  <a:srgbClr val="FFFFFF"/>
                </a:solidFill>
                <a:latin typeface="Arial MT"/>
                <a:cs typeface="Arial MT"/>
              </a:rPr>
              <a:t> </a:t>
            </a:r>
            <a:r>
              <a:rPr sz="1400" spc="-155" dirty="0">
                <a:solidFill>
                  <a:srgbClr val="FFFFFF"/>
                </a:solidFill>
                <a:latin typeface="Arial MT"/>
                <a:cs typeface="Arial MT"/>
              </a:rPr>
              <a:t>'REDDY',</a:t>
            </a:r>
            <a:r>
              <a:rPr sz="1400" spc="-240" dirty="0">
                <a:solidFill>
                  <a:srgbClr val="FFFFFF"/>
                </a:solidFill>
                <a:latin typeface="Arial MT"/>
                <a:cs typeface="Arial MT"/>
              </a:rPr>
              <a:t> </a:t>
            </a:r>
            <a:r>
              <a:rPr sz="1400" spc="-155" dirty="0">
                <a:solidFill>
                  <a:srgbClr val="FFFFFF"/>
                </a:solidFill>
                <a:latin typeface="Arial MT"/>
                <a:cs typeface="Arial MT"/>
              </a:rPr>
              <a:t>'CAGEKEEPER',20000,</a:t>
            </a:r>
            <a:r>
              <a:rPr sz="1400" spc="-65" dirty="0">
                <a:solidFill>
                  <a:srgbClr val="FFFFFF"/>
                </a:solidFill>
                <a:latin typeface="Arial MT"/>
                <a:cs typeface="Arial MT"/>
              </a:rPr>
              <a:t> </a:t>
            </a:r>
            <a:r>
              <a:rPr sz="1400" spc="-70" dirty="0">
                <a:solidFill>
                  <a:srgbClr val="FFFFFF"/>
                </a:solidFill>
                <a:latin typeface="Arial MT"/>
                <a:cs typeface="Arial MT"/>
              </a:rPr>
              <a:t>10007,</a:t>
            </a:r>
            <a:r>
              <a:rPr sz="1400" spc="215" dirty="0">
                <a:solidFill>
                  <a:srgbClr val="FFFFFF"/>
                </a:solidFill>
                <a:latin typeface="Arial MT"/>
                <a:cs typeface="Arial MT"/>
              </a:rPr>
              <a:t> </a:t>
            </a:r>
            <a:r>
              <a:rPr sz="1400" spc="-10" dirty="0">
                <a:solidFill>
                  <a:srgbClr val="FFFFFF"/>
                </a:solidFill>
                <a:latin typeface="Arial MT"/>
                <a:cs typeface="Arial MT"/>
              </a:rPr>
              <a:t>500125);</a:t>
            </a:r>
            <a:endParaRPr sz="1400" dirty="0">
              <a:latin typeface="Arial MT"/>
              <a:cs typeface="Arial MT"/>
            </a:endParaRPr>
          </a:p>
          <a:p>
            <a:pPr marL="12700">
              <a:lnSpc>
                <a:spcPct val="100000"/>
              </a:lnSpc>
            </a:pPr>
            <a:r>
              <a:rPr sz="1400" spc="-175" dirty="0">
                <a:solidFill>
                  <a:srgbClr val="FFFFFF"/>
                </a:solidFill>
                <a:latin typeface="Arial MT"/>
                <a:cs typeface="Arial MT"/>
              </a:rPr>
              <a:t>INSERTINTOEMPLOYEEVALUES(1007,</a:t>
            </a:r>
            <a:r>
              <a:rPr sz="1400" spc="-70" dirty="0">
                <a:solidFill>
                  <a:srgbClr val="FFFFFF"/>
                </a:solidFill>
                <a:latin typeface="Arial MT"/>
                <a:cs typeface="Arial MT"/>
              </a:rPr>
              <a:t> </a:t>
            </a:r>
            <a:r>
              <a:rPr sz="1400" spc="-130" dirty="0">
                <a:solidFill>
                  <a:srgbClr val="FFFFFF"/>
                </a:solidFill>
                <a:latin typeface="Arial MT"/>
                <a:cs typeface="Arial MT"/>
              </a:rPr>
              <a:t>'RAJESH','AMARAGANI',</a:t>
            </a:r>
            <a:r>
              <a:rPr sz="1400" spc="-60" dirty="0">
                <a:solidFill>
                  <a:srgbClr val="FFFFFF"/>
                </a:solidFill>
                <a:latin typeface="Arial MT"/>
                <a:cs typeface="Arial MT"/>
              </a:rPr>
              <a:t> </a:t>
            </a:r>
            <a:r>
              <a:rPr sz="1400" spc="-155" dirty="0">
                <a:solidFill>
                  <a:srgbClr val="FFFFFF"/>
                </a:solidFill>
                <a:latin typeface="Arial MT"/>
                <a:cs typeface="Arial MT"/>
              </a:rPr>
              <a:t>'CAGEKEEPER',15000,</a:t>
            </a:r>
            <a:r>
              <a:rPr sz="1400" spc="-35" dirty="0">
                <a:solidFill>
                  <a:srgbClr val="FFFFFF"/>
                </a:solidFill>
                <a:latin typeface="Arial MT"/>
                <a:cs typeface="Arial MT"/>
              </a:rPr>
              <a:t> </a:t>
            </a:r>
            <a:r>
              <a:rPr sz="1400" spc="-75" dirty="0">
                <a:solidFill>
                  <a:srgbClr val="FFFFFF"/>
                </a:solidFill>
                <a:latin typeface="Arial MT"/>
                <a:cs typeface="Arial MT"/>
              </a:rPr>
              <a:t>10009,</a:t>
            </a:r>
            <a:r>
              <a:rPr sz="1400" spc="229" dirty="0">
                <a:solidFill>
                  <a:srgbClr val="FFFFFF"/>
                </a:solidFill>
                <a:latin typeface="Arial MT"/>
                <a:cs typeface="Arial MT"/>
              </a:rPr>
              <a:t> </a:t>
            </a:r>
            <a:r>
              <a:rPr sz="1400" spc="-10" dirty="0">
                <a:solidFill>
                  <a:srgbClr val="FFFFFF"/>
                </a:solidFill>
                <a:latin typeface="Arial MT"/>
                <a:cs typeface="Arial MT"/>
              </a:rPr>
              <a:t>600021);</a:t>
            </a:r>
            <a:endParaRPr sz="1400" dirty="0">
              <a:latin typeface="Arial MT"/>
              <a:cs typeface="Arial MT"/>
            </a:endParaRPr>
          </a:p>
          <a:p>
            <a:pPr marL="12700">
              <a:lnSpc>
                <a:spcPct val="100000"/>
              </a:lnSpc>
            </a:pPr>
            <a:r>
              <a:rPr sz="1400" spc="-195" dirty="0">
                <a:solidFill>
                  <a:srgbClr val="FFFFFF"/>
                </a:solidFill>
                <a:latin typeface="Arial MT"/>
                <a:cs typeface="Arial MT"/>
              </a:rPr>
              <a:t>INSERT</a:t>
            </a:r>
            <a:r>
              <a:rPr sz="1400" spc="-229" dirty="0">
                <a:solidFill>
                  <a:srgbClr val="FFFFFF"/>
                </a:solidFill>
                <a:latin typeface="Arial MT"/>
                <a:cs typeface="Arial MT"/>
              </a:rPr>
              <a:t> </a:t>
            </a:r>
            <a:r>
              <a:rPr sz="1400" spc="-135" dirty="0">
                <a:solidFill>
                  <a:srgbClr val="FFFFFF"/>
                </a:solidFill>
                <a:latin typeface="Arial MT"/>
                <a:cs typeface="Arial MT"/>
              </a:rPr>
              <a:t>INTO</a:t>
            </a:r>
            <a:r>
              <a:rPr sz="1400" spc="25" dirty="0">
                <a:solidFill>
                  <a:srgbClr val="FFFFFF"/>
                </a:solidFill>
                <a:latin typeface="Arial MT"/>
                <a:cs typeface="Arial MT"/>
              </a:rPr>
              <a:t> </a:t>
            </a:r>
            <a:r>
              <a:rPr sz="1400" spc="-210" dirty="0">
                <a:solidFill>
                  <a:srgbClr val="FFFFFF"/>
                </a:solidFill>
                <a:latin typeface="Arial MT"/>
                <a:cs typeface="Arial MT"/>
              </a:rPr>
              <a:t>EMPLOYEE</a:t>
            </a:r>
            <a:r>
              <a:rPr sz="1400" spc="-260" dirty="0">
                <a:solidFill>
                  <a:srgbClr val="FFFFFF"/>
                </a:solidFill>
                <a:latin typeface="Arial MT"/>
                <a:cs typeface="Arial MT"/>
              </a:rPr>
              <a:t> </a:t>
            </a:r>
            <a:r>
              <a:rPr sz="1400" spc="-225" dirty="0">
                <a:solidFill>
                  <a:srgbClr val="FFFFFF"/>
                </a:solidFill>
                <a:latin typeface="Arial MT"/>
                <a:cs typeface="Arial MT"/>
              </a:rPr>
              <a:t>VALUES</a:t>
            </a:r>
            <a:r>
              <a:rPr sz="1400" spc="-260" dirty="0">
                <a:solidFill>
                  <a:srgbClr val="FFFFFF"/>
                </a:solidFill>
                <a:latin typeface="Arial MT"/>
                <a:cs typeface="Arial MT"/>
              </a:rPr>
              <a:t> </a:t>
            </a:r>
            <a:r>
              <a:rPr sz="1400" spc="-70" dirty="0">
                <a:solidFill>
                  <a:srgbClr val="FFFFFF"/>
                </a:solidFill>
                <a:latin typeface="Arial MT"/>
                <a:cs typeface="Arial MT"/>
              </a:rPr>
              <a:t>(1008,</a:t>
            </a:r>
            <a:r>
              <a:rPr sz="1400" spc="-140" dirty="0">
                <a:solidFill>
                  <a:srgbClr val="FFFFFF"/>
                </a:solidFill>
                <a:latin typeface="Arial MT"/>
                <a:cs typeface="Arial MT"/>
              </a:rPr>
              <a:t> </a:t>
            </a:r>
            <a:r>
              <a:rPr sz="1400" spc="-135" dirty="0">
                <a:solidFill>
                  <a:srgbClr val="FFFFFF"/>
                </a:solidFill>
                <a:latin typeface="Arial MT"/>
                <a:cs typeface="Arial MT"/>
              </a:rPr>
              <a:t>'WASEEM',</a:t>
            </a:r>
            <a:r>
              <a:rPr sz="1400" spc="90" dirty="0">
                <a:solidFill>
                  <a:srgbClr val="FFFFFF"/>
                </a:solidFill>
                <a:latin typeface="Arial MT"/>
                <a:cs typeface="Arial MT"/>
              </a:rPr>
              <a:t> </a:t>
            </a:r>
            <a:r>
              <a:rPr sz="1400" spc="-135" dirty="0">
                <a:solidFill>
                  <a:srgbClr val="FFFFFF"/>
                </a:solidFill>
                <a:latin typeface="Arial MT"/>
                <a:cs typeface="Arial MT"/>
              </a:rPr>
              <a:t>'AGARWAL',</a:t>
            </a:r>
            <a:r>
              <a:rPr sz="1400" spc="45" dirty="0">
                <a:solidFill>
                  <a:srgbClr val="FFFFFF"/>
                </a:solidFill>
                <a:latin typeface="Arial MT"/>
                <a:cs typeface="Arial MT"/>
              </a:rPr>
              <a:t> </a:t>
            </a:r>
            <a:r>
              <a:rPr sz="1400" spc="-195" dirty="0">
                <a:solidFill>
                  <a:srgbClr val="FFFFFF"/>
                </a:solidFill>
                <a:latin typeface="Arial MT"/>
                <a:cs typeface="Arial MT"/>
              </a:rPr>
              <a:t>'CAGEKEEPER',</a:t>
            </a:r>
            <a:r>
              <a:rPr sz="1400" spc="-105" dirty="0">
                <a:solidFill>
                  <a:srgbClr val="FFFFFF"/>
                </a:solidFill>
                <a:latin typeface="Arial MT"/>
                <a:cs typeface="Arial MT"/>
              </a:rPr>
              <a:t> </a:t>
            </a:r>
            <a:r>
              <a:rPr sz="1400" spc="-80" dirty="0">
                <a:solidFill>
                  <a:srgbClr val="FFFFFF"/>
                </a:solidFill>
                <a:latin typeface="Arial MT"/>
                <a:cs typeface="Arial MT"/>
              </a:rPr>
              <a:t>15000,</a:t>
            </a:r>
            <a:r>
              <a:rPr sz="1400" spc="-120" dirty="0">
                <a:solidFill>
                  <a:srgbClr val="FFFFFF"/>
                </a:solidFill>
                <a:latin typeface="Arial MT"/>
                <a:cs typeface="Arial MT"/>
              </a:rPr>
              <a:t> </a:t>
            </a:r>
            <a:r>
              <a:rPr sz="1400" spc="-80" dirty="0">
                <a:solidFill>
                  <a:srgbClr val="FFFFFF"/>
                </a:solidFill>
                <a:latin typeface="Arial MT"/>
                <a:cs typeface="Arial MT"/>
              </a:rPr>
              <a:t>10003,</a:t>
            </a:r>
            <a:r>
              <a:rPr sz="1400" spc="-120" dirty="0">
                <a:solidFill>
                  <a:srgbClr val="FFFFFF"/>
                </a:solidFill>
                <a:latin typeface="Arial MT"/>
                <a:cs typeface="Arial MT"/>
              </a:rPr>
              <a:t> </a:t>
            </a:r>
            <a:r>
              <a:rPr sz="1400" spc="-10" dirty="0">
                <a:solidFill>
                  <a:srgbClr val="FFFFFF"/>
                </a:solidFill>
                <a:latin typeface="Arial MT"/>
                <a:cs typeface="Arial MT"/>
              </a:rPr>
              <a:t>500001);</a:t>
            </a:r>
            <a:endParaRPr sz="1400" dirty="0">
              <a:latin typeface="Arial MT"/>
              <a:cs typeface="Arial MT"/>
            </a:endParaRPr>
          </a:p>
          <a:p>
            <a:pPr marL="12700">
              <a:lnSpc>
                <a:spcPct val="100000"/>
              </a:lnSpc>
            </a:pPr>
            <a:r>
              <a:rPr sz="1400" spc="-195" dirty="0">
                <a:solidFill>
                  <a:srgbClr val="FFFFFF"/>
                </a:solidFill>
                <a:latin typeface="Arial MT"/>
                <a:cs typeface="Arial MT"/>
              </a:rPr>
              <a:t>INSERT</a:t>
            </a:r>
            <a:r>
              <a:rPr sz="1400" spc="-245" dirty="0">
                <a:solidFill>
                  <a:srgbClr val="FFFFFF"/>
                </a:solidFill>
                <a:latin typeface="Arial MT"/>
                <a:cs typeface="Arial MT"/>
              </a:rPr>
              <a:t> </a:t>
            </a:r>
            <a:r>
              <a:rPr sz="1400" spc="-135" dirty="0">
                <a:solidFill>
                  <a:srgbClr val="FFFFFF"/>
                </a:solidFill>
                <a:latin typeface="Arial MT"/>
                <a:cs typeface="Arial MT"/>
              </a:rPr>
              <a:t>INTO</a:t>
            </a:r>
            <a:r>
              <a:rPr sz="1400" spc="-5" dirty="0">
                <a:solidFill>
                  <a:srgbClr val="FFFFFF"/>
                </a:solidFill>
                <a:latin typeface="Arial MT"/>
                <a:cs typeface="Arial MT"/>
              </a:rPr>
              <a:t> </a:t>
            </a:r>
            <a:r>
              <a:rPr sz="1400" spc="-195" dirty="0">
                <a:solidFill>
                  <a:srgbClr val="FFFFFF"/>
                </a:solidFill>
                <a:latin typeface="Arial MT"/>
                <a:cs typeface="Arial MT"/>
              </a:rPr>
              <a:t>EMPLOYEE</a:t>
            </a:r>
            <a:r>
              <a:rPr sz="1400" spc="-270" dirty="0">
                <a:solidFill>
                  <a:srgbClr val="FFFFFF"/>
                </a:solidFill>
                <a:latin typeface="Arial MT"/>
                <a:cs typeface="Arial MT"/>
              </a:rPr>
              <a:t> </a:t>
            </a:r>
            <a:r>
              <a:rPr sz="1400" spc="-220" dirty="0">
                <a:solidFill>
                  <a:srgbClr val="FFFFFF"/>
                </a:solidFill>
                <a:latin typeface="Arial MT"/>
                <a:cs typeface="Arial MT"/>
              </a:rPr>
              <a:t>VALUES</a:t>
            </a:r>
            <a:r>
              <a:rPr sz="1400" spc="-265" dirty="0">
                <a:solidFill>
                  <a:srgbClr val="FFFFFF"/>
                </a:solidFill>
                <a:latin typeface="Arial MT"/>
                <a:cs typeface="Arial MT"/>
              </a:rPr>
              <a:t> </a:t>
            </a:r>
            <a:r>
              <a:rPr sz="1400" spc="-70" dirty="0">
                <a:solidFill>
                  <a:srgbClr val="FFFFFF"/>
                </a:solidFill>
                <a:latin typeface="Arial MT"/>
                <a:cs typeface="Arial MT"/>
              </a:rPr>
              <a:t>(1009,</a:t>
            </a:r>
            <a:r>
              <a:rPr sz="1400" spc="-160" dirty="0">
                <a:solidFill>
                  <a:srgbClr val="FFFFFF"/>
                </a:solidFill>
                <a:latin typeface="Arial MT"/>
                <a:cs typeface="Arial MT"/>
              </a:rPr>
              <a:t> </a:t>
            </a:r>
            <a:r>
              <a:rPr sz="1400" spc="-145" dirty="0">
                <a:solidFill>
                  <a:srgbClr val="FFFFFF"/>
                </a:solidFill>
                <a:latin typeface="Arial MT"/>
                <a:cs typeface="Arial MT"/>
              </a:rPr>
              <a:t>'VINAY</a:t>
            </a:r>
            <a:r>
              <a:rPr sz="1400" spc="-25" dirty="0">
                <a:solidFill>
                  <a:srgbClr val="FFFFFF"/>
                </a:solidFill>
                <a:latin typeface="Arial MT"/>
                <a:cs typeface="Arial MT"/>
              </a:rPr>
              <a:t> </a:t>
            </a:r>
            <a:r>
              <a:rPr sz="1400" dirty="0">
                <a:solidFill>
                  <a:srgbClr val="FFFFFF"/>
                </a:solidFill>
                <a:latin typeface="Arial MT"/>
                <a:cs typeface="Arial MT"/>
              </a:rPr>
              <a:t>',</a:t>
            </a:r>
            <a:r>
              <a:rPr sz="1400" spc="15" dirty="0">
                <a:solidFill>
                  <a:srgbClr val="FFFFFF"/>
                </a:solidFill>
                <a:latin typeface="Arial MT"/>
                <a:cs typeface="Arial MT"/>
              </a:rPr>
              <a:t> </a:t>
            </a:r>
            <a:r>
              <a:rPr sz="1400" spc="-155" dirty="0">
                <a:solidFill>
                  <a:srgbClr val="FFFFFF"/>
                </a:solidFill>
                <a:latin typeface="Arial MT"/>
                <a:cs typeface="Arial MT"/>
              </a:rPr>
              <a:t>'GUNDAPALLI',</a:t>
            </a:r>
            <a:r>
              <a:rPr sz="1400" spc="70" dirty="0">
                <a:solidFill>
                  <a:srgbClr val="FFFFFF"/>
                </a:solidFill>
                <a:latin typeface="Arial MT"/>
                <a:cs typeface="Arial MT"/>
              </a:rPr>
              <a:t> </a:t>
            </a:r>
            <a:r>
              <a:rPr sz="1400" spc="-190" dirty="0">
                <a:solidFill>
                  <a:srgbClr val="FFFFFF"/>
                </a:solidFill>
                <a:latin typeface="Arial MT"/>
                <a:cs typeface="Arial MT"/>
              </a:rPr>
              <a:t>'CAGEKEEPER',</a:t>
            </a:r>
            <a:r>
              <a:rPr sz="1400" spc="-105" dirty="0">
                <a:solidFill>
                  <a:srgbClr val="FFFFFF"/>
                </a:solidFill>
                <a:latin typeface="Arial MT"/>
                <a:cs typeface="Arial MT"/>
              </a:rPr>
              <a:t> </a:t>
            </a:r>
            <a:r>
              <a:rPr sz="1400" spc="-75" dirty="0">
                <a:solidFill>
                  <a:srgbClr val="FFFFFF"/>
                </a:solidFill>
                <a:latin typeface="Arial MT"/>
                <a:cs typeface="Arial MT"/>
              </a:rPr>
              <a:t>20000,</a:t>
            </a:r>
            <a:r>
              <a:rPr sz="1400" spc="-135" dirty="0">
                <a:solidFill>
                  <a:srgbClr val="FFFFFF"/>
                </a:solidFill>
                <a:latin typeface="Arial MT"/>
                <a:cs typeface="Arial MT"/>
              </a:rPr>
              <a:t> </a:t>
            </a:r>
            <a:r>
              <a:rPr sz="1400" spc="-75" dirty="0">
                <a:solidFill>
                  <a:srgbClr val="FFFFFF"/>
                </a:solidFill>
                <a:latin typeface="Arial MT"/>
                <a:cs typeface="Arial MT"/>
              </a:rPr>
              <a:t>10009,</a:t>
            </a:r>
            <a:r>
              <a:rPr sz="1400" spc="-180" dirty="0">
                <a:solidFill>
                  <a:srgbClr val="FFFFFF"/>
                </a:solidFill>
                <a:latin typeface="Arial MT"/>
                <a:cs typeface="Arial MT"/>
              </a:rPr>
              <a:t> </a:t>
            </a:r>
            <a:r>
              <a:rPr sz="1400" spc="-10" dirty="0">
                <a:solidFill>
                  <a:srgbClr val="FFFFFF"/>
                </a:solidFill>
                <a:latin typeface="Arial MT"/>
                <a:cs typeface="Arial MT"/>
              </a:rPr>
              <a:t>600008);</a:t>
            </a:r>
            <a:endParaRPr sz="1400" dirty="0">
              <a:latin typeface="Arial MT"/>
              <a:cs typeface="Arial MT"/>
            </a:endParaRPr>
          </a:p>
          <a:p>
            <a:pPr marL="12700">
              <a:lnSpc>
                <a:spcPct val="100000"/>
              </a:lnSpc>
            </a:pPr>
            <a:r>
              <a:rPr sz="1400" spc="-175" dirty="0">
                <a:solidFill>
                  <a:srgbClr val="FFFFFF"/>
                </a:solidFill>
                <a:latin typeface="Arial MT"/>
                <a:cs typeface="Arial MT"/>
              </a:rPr>
              <a:t>INSERTINTOEMPLOYEEVALUES(1010,</a:t>
            </a:r>
            <a:r>
              <a:rPr sz="1400" spc="-60" dirty="0">
                <a:solidFill>
                  <a:srgbClr val="FFFFFF"/>
                </a:solidFill>
                <a:latin typeface="Arial MT"/>
                <a:cs typeface="Arial MT"/>
              </a:rPr>
              <a:t> </a:t>
            </a:r>
            <a:r>
              <a:rPr sz="1400" spc="-140" dirty="0">
                <a:solidFill>
                  <a:srgbClr val="FFFFFF"/>
                </a:solidFill>
                <a:latin typeface="Arial MT"/>
                <a:cs typeface="Arial MT"/>
              </a:rPr>
              <a:t>'SHIVAREDDY','RAMALA',</a:t>
            </a:r>
            <a:r>
              <a:rPr sz="1400" spc="-70" dirty="0">
                <a:solidFill>
                  <a:srgbClr val="FFFFFF"/>
                </a:solidFill>
                <a:latin typeface="Arial MT"/>
                <a:cs typeface="Arial MT"/>
              </a:rPr>
              <a:t> </a:t>
            </a:r>
            <a:r>
              <a:rPr sz="1400" spc="-155" dirty="0">
                <a:solidFill>
                  <a:srgbClr val="FFFFFF"/>
                </a:solidFill>
                <a:latin typeface="Arial MT"/>
                <a:cs typeface="Arial MT"/>
              </a:rPr>
              <a:t>'CAGEKEEPER',20000,</a:t>
            </a:r>
            <a:r>
              <a:rPr sz="1400" spc="-25" dirty="0">
                <a:solidFill>
                  <a:srgbClr val="FFFFFF"/>
                </a:solidFill>
                <a:latin typeface="Arial MT"/>
                <a:cs typeface="Arial MT"/>
              </a:rPr>
              <a:t> </a:t>
            </a:r>
            <a:r>
              <a:rPr sz="1400" spc="-75" dirty="0">
                <a:solidFill>
                  <a:srgbClr val="FFFFFF"/>
                </a:solidFill>
                <a:latin typeface="Arial MT"/>
                <a:cs typeface="Arial MT"/>
              </a:rPr>
              <a:t>10007,</a:t>
            </a:r>
            <a:r>
              <a:rPr sz="1400" spc="210" dirty="0">
                <a:solidFill>
                  <a:srgbClr val="FFFFFF"/>
                </a:solidFill>
                <a:latin typeface="Arial MT"/>
                <a:cs typeface="Arial MT"/>
              </a:rPr>
              <a:t> </a:t>
            </a:r>
            <a:r>
              <a:rPr sz="1400" spc="-10" dirty="0">
                <a:solidFill>
                  <a:srgbClr val="FFFFFF"/>
                </a:solidFill>
                <a:latin typeface="Arial MT"/>
                <a:cs typeface="Arial MT"/>
              </a:rPr>
              <a:t>600055);</a:t>
            </a:r>
            <a:endParaRPr sz="1400" dirty="0">
              <a:latin typeface="Arial MT"/>
              <a:cs typeface="Arial MT"/>
            </a:endParaRPr>
          </a:p>
        </p:txBody>
      </p:sp>
      <p:pic>
        <p:nvPicPr>
          <p:cNvPr id="7" name="Picture 6">
            <a:extLst>
              <a:ext uri="{FF2B5EF4-FFF2-40B4-BE49-F238E27FC236}">
                <a16:creationId xmlns:a16="http://schemas.microsoft.com/office/drawing/2014/main" id="{50A82251-C287-8E44-2E7C-2C992FEFB20E}"/>
              </a:ext>
            </a:extLst>
          </p:cNvPr>
          <p:cNvPicPr>
            <a:picLocks noChangeAspect="1"/>
          </p:cNvPicPr>
          <p:nvPr/>
        </p:nvPicPr>
        <p:blipFill>
          <a:blip r:embed="rId2"/>
          <a:stretch>
            <a:fillRect/>
          </a:stretch>
        </p:blipFill>
        <p:spPr>
          <a:xfrm>
            <a:off x="5638800" y="955039"/>
            <a:ext cx="5296639" cy="227679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0358" y="2799969"/>
            <a:ext cx="4627245" cy="276923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FFFF"/>
                </a:solidFill>
                <a:latin typeface="Calibri"/>
                <a:cs typeface="Calibri"/>
              </a:rPr>
              <a:t>INSERT</a:t>
            </a:r>
            <a:r>
              <a:rPr sz="1800" spc="-5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5" dirty="0">
                <a:solidFill>
                  <a:srgbClr val="FFFFFF"/>
                </a:solidFill>
                <a:latin typeface="Calibri"/>
                <a:cs typeface="Calibri"/>
              </a:rPr>
              <a:t>contact</a:t>
            </a:r>
            <a:r>
              <a:rPr sz="1800" spc="-4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(1001,</a:t>
            </a:r>
            <a:r>
              <a:rPr sz="1800" spc="30" dirty="0">
                <a:solidFill>
                  <a:srgbClr val="FFFFFF"/>
                </a:solidFill>
                <a:latin typeface="Calibri"/>
                <a:cs typeface="Calibri"/>
              </a:rPr>
              <a:t> </a:t>
            </a:r>
            <a:r>
              <a:rPr sz="1800" spc="-10" dirty="0">
                <a:solidFill>
                  <a:srgbClr val="FFFFFF"/>
                </a:solidFill>
                <a:latin typeface="Calibri"/>
                <a:cs typeface="Calibri"/>
              </a:rPr>
              <a:t>8741122565);</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5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5" dirty="0">
                <a:solidFill>
                  <a:srgbClr val="FFFFFF"/>
                </a:solidFill>
                <a:latin typeface="Calibri"/>
                <a:cs typeface="Calibri"/>
              </a:rPr>
              <a:t>contact</a:t>
            </a:r>
            <a:r>
              <a:rPr sz="1800" spc="-4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(1002,</a:t>
            </a:r>
            <a:r>
              <a:rPr sz="1800" spc="90" dirty="0">
                <a:solidFill>
                  <a:srgbClr val="FFFFFF"/>
                </a:solidFill>
                <a:latin typeface="Calibri"/>
                <a:cs typeface="Calibri"/>
              </a:rPr>
              <a:t> </a:t>
            </a:r>
            <a:r>
              <a:rPr sz="1800" spc="-10" dirty="0">
                <a:solidFill>
                  <a:srgbClr val="FFFFFF"/>
                </a:solidFill>
                <a:latin typeface="Calibri"/>
                <a:cs typeface="Calibri"/>
              </a:rPr>
              <a:t>6179485234);</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5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5" dirty="0">
                <a:solidFill>
                  <a:srgbClr val="FFFFFF"/>
                </a:solidFill>
                <a:latin typeface="Calibri"/>
                <a:cs typeface="Calibri"/>
              </a:rPr>
              <a:t>contact</a:t>
            </a:r>
            <a:r>
              <a:rPr sz="1800" spc="-4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(1003,</a:t>
            </a:r>
            <a:r>
              <a:rPr sz="1800" spc="30" dirty="0">
                <a:solidFill>
                  <a:srgbClr val="FFFFFF"/>
                </a:solidFill>
                <a:latin typeface="Calibri"/>
                <a:cs typeface="Calibri"/>
              </a:rPr>
              <a:t> </a:t>
            </a:r>
            <a:r>
              <a:rPr sz="1800" spc="-10" dirty="0">
                <a:solidFill>
                  <a:srgbClr val="FFFFFF"/>
                </a:solidFill>
                <a:latin typeface="Calibri"/>
                <a:cs typeface="Calibri"/>
              </a:rPr>
              <a:t>7849562134);</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5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5" dirty="0">
                <a:solidFill>
                  <a:srgbClr val="FFFFFF"/>
                </a:solidFill>
                <a:latin typeface="Calibri"/>
                <a:cs typeface="Calibri"/>
              </a:rPr>
              <a:t>contact</a:t>
            </a:r>
            <a:r>
              <a:rPr sz="1800" spc="-4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(1004,</a:t>
            </a:r>
            <a:r>
              <a:rPr sz="1800" spc="30" dirty="0">
                <a:solidFill>
                  <a:srgbClr val="FFFFFF"/>
                </a:solidFill>
                <a:latin typeface="Calibri"/>
                <a:cs typeface="Calibri"/>
              </a:rPr>
              <a:t> </a:t>
            </a:r>
            <a:r>
              <a:rPr sz="1800" spc="-10" dirty="0">
                <a:solidFill>
                  <a:srgbClr val="FFFFFF"/>
                </a:solidFill>
                <a:latin typeface="Calibri"/>
                <a:cs typeface="Calibri"/>
              </a:rPr>
              <a:t>9844565225);</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55" dirty="0">
                <a:solidFill>
                  <a:srgbClr val="FFFFFF"/>
                </a:solidFill>
                <a:latin typeface="Calibri"/>
                <a:cs typeface="Calibri"/>
              </a:rPr>
              <a:t> </a:t>
            </a:r>
            <a:r>
              <a:rPr sz="1800" spc="-20" dirty="0">
                <a:solidFill>
                  <a:srgbClr val="FFFFFF"/>
                </a:solidFill>
                <a:latin typeface="Calibri"/>
                <a:cs typeface="Calibri"/>
              </a:rPr>
              <a:t>INTO</a:t>
            </a:r>
            <a:r>
              <a:rPr sz="1800" spc="-70" dirty="0">
                <a:solidFill>
                  <a:srgbClr val="FFFFFF"/>
                </a:solidFill>
                <a:latin typeface="Calibri"/>
                <a:cs typeface="Calibri"/>
              </a:rPr>
              <a:t> </a:t>
            </a:r>
            <a:r>
              <a:rPr sz="1800" spc="-20" dirty="0">
                <a:solidFill>
                  <a:srgbClr val="FFFFFF"/>
                </a:solidFill>
                <a:latin typeface="Calibri"/>
                <a:cs typeface="Calibri"/>
              </a:rPr>
              <a:t>contact</a:t>
            </a:r>
            <a:r>
              <a:rPr sz="1800" spc="-4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(1005,</a:t>
            </a:r>
            <a:r>
              <a:rPr sz="1800" spc="90" dirty="0">
                <a:solidFill>
                  <a:srgbClr val="FFFFFF"/>
                </a:solidFill>
                <a:latin typeface="Calibri"/>
                <a:cs typeface="Calibri"/>
              </a:rPr>
              <a:t> </a:t>
            </a:r>
            <a:r>
              <a:rPr sz="1800" spc="-10" dirty="0">
                <a:solidFill>
                  <a:srgbClr val="FFFFFF"/>
                </a:solidFill>
                <a:latin typeface="Calibri"/>
                <a:cs typeface="Calibri"/>
              </a:rPr>
              <a:t>9848522338);</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5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5" dirty="0">
                <a:solidFill>
                  <a:srgbClr val="FFFFFF"/>
                </a:solidFill>
                <a:latin typeface="Calibri"/>
                <a:cs typeface="Calibri"/>
              </a:rPr>
              <a:t>contact</a:t>
            </a:r>
            <a:r>
              <a:rPr sz="1800" spc="-4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(1006,</a:t>
            </a:r>
            <a:r>
              <a:rPr sz="1800" spc="30" dirty="0">
                <a:solidFill>
                  <a:srgbClr val="FFFFFF"/>
                </a:solidFill>
                <a:latin typeface="Calibri"/>
                <a:cs typeface="Calibri"/>
              </a:rPr>
              <a:t> </a:t>
            </a:r>
            <a:r>
              <a:rPr sz="1800" spc="-10" dirty="0">
                <a:solidFill>
                  <a:srgbClr val="FFFFFF"/>
                </a:solidFill>
                <a:latin typeface="Calibri"/>
                <a:cs typeface="Calibri"/>
              </a:rPr>
              <a:t>6320154879);</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5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5" dirty="0">
                <a:solidFill>
                  <a:srgbClr val="FFFFFF"/>
                </a:solidFill>
                <a:latin typeface="Calibri"/>
                <a:cs typeface="Calibri"/>
              </a:rPr>
              <a:t>contact</a:t>
            </a:r>
            <a:r>
              <a:rPr sz="1800" spc="-4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(1007,</a:t>
            </a:r>
            <a:r>
              <a:rPr sz="1800" spc="90" dirty="0">
                <a:solidFill>
                  <a:srgbClr val="FFFFFF"/>
                </a:solidFill>
                <a:latin typeface="Calibri"/>
                <a:cs typeface="Calibri"/>
              </a:rPr>
              <a:t> </a:t>
            </a:r>
            <a:r>
              <a:rPr sz="1800" spc="-10" dirty="0">
                <a:solidFill>
                  <a:srgbClr val="FFFFFF"/>
                </a:solidFill>
                <a:latin typeface="Calibri"/>
                <a:cs typeface="Calibri"/>
              </a:rPr>
              <a:t>8484879111);</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5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5" dirty="0">
                <a:solidFill>
                  <a:srgbClr val="FFFFFF"/>
                </a:solidFill>
                <a:latin typeface="Calibri"/>
                <a:cs typeface="Calibri"/>
              </a:rPr>
              <a:t>contact</a:t>
            </a:r>
            <a:r>
              <a:rPr sz="1800" spc="-4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(1008,</a:t>
            </a:r>
            <a:r>
              <a:rPr sz="1800" spc="30" dirty="0">
                <a:solidFill>
                  <a:srgbClr val="FFFFFF"/>
                </a:solidFill>
                <a:latin typeface="Calibri"/>
                <a:cs typeface="Calibri"/>
              </a:rPr>
              <a:t> </a:t>
            </a:r>
            <a:r>
              <a:rPr sz="1800" spc="-10" dirty="0">
                <a:solidFill>
                  <a:srgbClr val="FFFFFF"/>
                </a:solidFill>
                <a:latin typeface="Calibri"/>
                <a:cs typeface="Calibri"/>
              </a:rPr>
              <a:t>9787488845);</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5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5" dirty="0">
                <a:solidFill>
                  <a:srgbClr val="FFFFFF"/>
                </a:solidFill>
                <a:latin typeface="Calibri"/>
                <a:cs typeface="Calibri"/>
              </a:rPr>
              <a:t>contact</a:t>
            </a:r>
            <a:r>
              <a:rPr sz="1800" spc="-4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(1009,</a:t>
            </a:r>
            <a:r>
              <a:rPr sz="1800" spc="30" dirty="0">
                <a:solidFill>
                  <a:srgbClr val="FFFFFF"/>
                </a:solidFill>
                <a:latin typeface="Calibri"/>
                <a:cs typeface="Calibri"/>
              </a:rPr>
              <a:t> </a:t>
            </a:r>
            <a:r>
              <a:rPr sz="1800" spc="-10" dirty="0">
                <a:solidFill>
                  <a:srgbClr val="FFFFFF"/>
                </a:solidFill>
                <a:latin typeface="Calibri"/>
                <a:cs typeface="Calibri"/>
              </a:rPr>
              <a:t>9784684135);</a:t>
            </a:r>
            <a:endParaRPr sz="1800">
              <a:latin typeface="Calibri"/>
              <a:cs typeface="Calibri"/>
            </a:endParaRPr>
          </a:p>
          <a:p>
            <a:pPr marL="12700">
              <a:lnSpc>
                <a:spcPct val="100000"/>
              </a:lnSpc>
            </a:pPr>
            <a:r>
              <a:rPr sz="1800" spc="-10" dirty="0">
                <a:solidFill>
                  <a:srgbClr val="FFFFFF"/>
                </a:solidFill>
                <a:latin typeface="Calibri"/>
                <a:cs typeface="Calibri"/>
              </a:rPr>
              <a:t>INSERT</a:t>
            </a:r>
            <a:r>
              <a:rPr sz="1800" spc="-5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5" dirty="0">
                <a:solidFill>
                  <a:srgbClr val="FFFFFF"/>
                </a:solidFill>
                <a:latin typeface="Calibri"/>
                <a:cs typeface="Calibri"/>
              </a:rPr>
              <a:t>contact</a:t>
            </a:r>
            <a:r>
              <a:rPr sz="1800" spc="-4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(1010,</a:t>
            </a:r>
            <a:r>
              <a:rPr sz="1800" spc="30" dirty="0">
                <a:solidFill>
                  <a:srgbClr val="FFFFFF"/>
                </a:solidFill>
                <a:latin typeface="Calibri"/>
                <a:cs typeface="Calibri"/>
              </a:rPr>
              <a:t> </a:t>
            </a:r>
            <a:r>
              <a:rPr sz="1800" spc="-10" dirty="0">
                <a:solidFill>
                  <a:srgbClr val="FFFFFF"/>
                </a:solidFill>
                <a:latin typeface="Calibri"/>
                <a:cs typeface="Calibri"/>
              </a:rPr>
              <a:t>7454846513);</a:t>
            </a:r>
            <a:endParaRPr sz="1800">
              <a:latin typeface="Calibri"/>
              <a:cs typeface="Calibri"/>
            </a:endParaRPr>
          </a:p>
        </p:txBody>
      </p:sp>
      <p:sp>
        <p:nvSpPr>
          <p:cNvPr id="4" name="object 4"/>
          <p:cNvSpPr txBox="1"/>
          <p:nvPr/>
        </p:nvSpPr>
        <p:spPr>
          <a:xfrm>
            <a:off x="1140358" y="927861"/>
            <a:ext cx="5205730" cy="1122680"/>
          </a:xfrm>
          <a:prstGeom prst="rect">
            <a:avLst/>
          </a:prstGeom>
        </p:spPr>
        <p:txBody>
          <a:bodyPr vert="horz" wrap="square" lIns="0" tIns="12700" rIns="0" bIns="0" rtlCol="0">
            <a:spAutoFit/>
          </a:bodyPr>
          <a:lstStyle/>
          <a:p>
            <a:pPr marL="64135" marR="3291840" indent="-52069">
              <a:lnSpc>
                <a:spcPct val="100000"/>
              </a:lnSpc>
              <a:spcBef>
                <a:spcPts val="100"/>
              </a:spcBef>
            </a:pPr>
            <a:r>
              <a:rPr sz="1800" spc="-25" dirty="0">
                <a:solidFill>
                  <a:srgbClr val="FFFFFF"/>
                </a:solidFill>
                <a:latin typeface="Calibri"/>
                <a:cs typeface="Calibri"/>
              </a:rPr>
              <a:t>create</a:t>
            </a:r>
            <a:r>
              <a:rPr sz="1800" spc="-80" dirty="0">
                <a:solidFill>
                  <a:srgbClr val="FFFFFF"/>
                </a:solidFill>
                <a:latin typeface="Calibri"/>
                <a:cs typeface="Calibri"/>
              </a:rPr>
              <a:t> </a:t>
            </a:r>
            <a:r>
              <a:rPr sz="1800" dirty="0">
                <a:solidFill>
                  <a:srgbClr val="FFFFFF"/>
                </a:solidFill>
                <a:latin typeface="Calibri"/>
                <a:cs typeface="Calibri"/>
              </a:rPr>
              <a:t>table</a:t>
            </a:r>
            <a:r>
              <a:rPr sz="1800" spc="-15" dirty="0">
                <a:solidFill>
                  <a:srgbClr val="FFFFFF"/>
                </a:solidFill>
                <a:latin typeface="Calibri"/>
                <a:cs typeface="Calibri"/>
              </a:rPr>
              <a:t> </a:t>
            </a:r>
            <a:r>
              <a:rPr sz="1800" spc="-25" dirty="0">
                <a:solidFill>
                  <a:srgbClr val="FFFFFF"/>
                </a:solidFill>
                <a:latin typeface="Calibri"/>
                <a:cs typeface="Calibri"/>
              </a:rPr>
              <a:t>contact( </a:t>
            </a:r>
            <a:r>
              <a:rPr sz="1800" dirty="0" err="1">
                <a:solidFill>
                  <a:srgbClr val="FFFFFF"/>
                </a:solidFill>
                <a:latin typeface="Calibri"/>
                <a:cs typeface="Calibri"/>
              </a:rPr>
              <a:t>emp_id</a:t>
            </a:r>
            <a:r>
              <a:rPr sz="1800" spc="-30" dirty="0">
                <a:solidFill>
                  <a:srgbClr val="FFFFFF"/>
                </a:solidFill>
                <a:latin typeface="Calibri"/>
                <a:cs typeface="Calibri"/>
              </a:rPr>
              <a:t> </a:t>
            </a:r>
            <a:r>
              <a:rPr lang="en-US" sz="1800" dirty="0">
                <a:solidFill>
                  <a:srgbClr val="FFFFFF"/>
                </a:solidFill>
                <a:latin typeface="Calibri"/>
                <a:cs typeface="Calibri"/>
              </a:rPr>
              <a:t>INT</a:t>
            </a:r>
            <a:r>
              <a:rPr sz="1800" spc="-10" dirty="0">
                <a:solidFill>
                  <a:srgbClr val="FFFFFF"/>
                </a:solidFill>
                <a:latin typeface="Calibri"/>
                <a:cs typeface="Calibri"/>
              </a:rPr>
              <a:t>,</a:t>
            </a:r>
            <a:endParaRPr sz="1800" dirty="0">
              <a:latin typeface="Calibri"/>
              <a:cs typeface="Calibri"/>
            </a:endParaRPr>
          </a:p>
          <a:p>
            <a:pPr marL="12700" marR="5080">
              <a:lnSpc>
                <a:spcPct val="100000"/>
              </a:lnSpc>
            </a:pPr>
            <a:r>
              <a:rPr sz="1800" dirty="0">
                <a:solidFill>
                  <a:srgbClr val="FFFFFF"/>
                </a:solidFill>
                <a:latin typeface="Calibri"/>
                <a:cs typeface="Calibri"/>
              </a:rPr>
              <a:t>FOREIGN</a:t>
            </a:r>
            <a:r>
              <a:rPr sz="1800" spc="-80" dirty="0">
                <a:solidFill>
                  <a:srgbClr val="FFFFFF"/>
                </a:solidFill>
                <a:latin typeface="Calibri"/>
                <a:cs typeface="Calibri"/>
              </a:rPr>
              <a:t> </a:t>
            </a:r>
            <a:r>
              <a:rPr sz="1800" dirty="0">
                <a:solidFill>
                  <a:srgbClr val="FFFFFF"/>
                </a:solidFill>
                <a:latin typeface="Calibri"/>
                <a:cs typeface="Calibri"/>
              </a:rPr>
              <a:t>KEY</a:t>
            </a:r>
            <a:r>
              <a:rPr sz="1800" spc="-50" dirty="0">
                <a:solidFill>
                  <a:srgbClr val="FFFFFF"/>
                </a:solidFill>
                <a:latin typeface="Calibri"/>
                <a:cs typeface="Calibri"/>
              </a:rPr>
              <a:t> </a:t>
            </a:r>
            <a:r>
              <a:rPr sz="1800" spc="-10" dirty="0">
                <a:solidFill>
                  <a:srgbClr val="FFFFFF"/>
                </a:solidFill>
                <a:latin typeface="Calibri"/>
                <a:cs typeface="Calibri"/>
              </a:rPr>
              <a:t>(emp_id)</a:t>
            </a:r>
            <a:r>
              <a:rPr sz="1800" spc="-35" dirty="0">
                <a:solidFill>
                  <a:srgbClr val="FFFFFF"/>
                </a:solidFill>
                <a:latin typeface="Calibri"/>
                <a:cs typeface="Calibri"/>
              </a:rPr>
              <a:t> </a:t>
            </a:r>
            <a:r>
              <a:rPr sz="1800" dirty="0">
                <a:solidFill>
                  <a:srgbClr val="FFFFFF"/>
                </a:solidFill>
                <a:latin typeface="Calibri"/>
                <a:cs typeface="Calibri"/>
              </a:rPr>
              <a:t>REFERENCES</a:t>
            </a:r>
            <a:r>
              <a:rPr sz="1800" spc="-10" dirty="0">
                <a:solidFill>
                  <a:srgbClr val="FFFFFF"/>
                </a:solidFill>
                <a:latin typeface="Calibri"/>
                <a:cs typeface="Calibri"/>
              </a:rPr>
              <a:t> </a:t>
            </a:r>
            <a:r>
              <a:rPr sz="1800" spc="-20" dirty="0">
                <a:solidFill>
                  <a:srgbClr val="FFFFFF"/>
                </a:solidFill>
                <a:latin typeface="Calibri"/>
                <a:cs typeface="Calibri"/>
              </a:rPr>
              <a:t>employee(emp_id), </a:t>
            </a:r>
            <a:r>
              <a:rPr lang="en-US" spc="-10" dirty="0">
                <a:solidFill>
                  <a:srgbClr val="FFFFFF"/>
                </a:solidFill>
                <a:latin typeface="Calibri"/>
                <a:cs typeface="Calibri"/>
              </a:rPr>
              <a:t>INT</a:t>
            </a:r>
            <a:r>
              <a:rPr sz="1800" spc="-10" dirty="0">
                <a:solidFill>
                  <a:srgbClr val="FFFFFF"/>
                </a:solidFill>
                <a:latin typeface="Calibri"/>
                <a:cs typeface="Calibri"/>
              </a:rPr>
              <a:t>);</a:t>
            </a:r>
            <a:endParaRPr sz="1800" dirty="0">
              <a:latin typeface="Calibri"/>
              <a:cs typeface="Calibri"/>
            </a:endParaRPr>
          </a:p>
        </p:txBody>
      </p:sp>
      <p:pic>
        <p:nvPicPr>
          <p:cNvPr id="6" name="Picture 5">
            <a:extLst>
              <a:ext uri="{FF2B5EF4-FFF2-40B4-BE49-F238E27FC236}">
                <a16:creationId xmlns:a16="http://schemas.microsoft.com/office/drawing/2014/main" id="{0C9340F1-D272-B3FB-9DF8-5C4CBECCFF2A}"/>
              </a:ext>
            </a:extLst>
          </p:cNvPr>
          <p:cNvPicPr>
            <a:picLocks noChangeAspect="1"/>
          </p:cNvPicPr>
          <p:nvPr/>
        </p:nvPicPr>
        <p:blipFill>
          <a:blip r:embed="rId2"/>
          <a:stretch>
            <a:fillRect/>
          </a:stretch>
        </p:blipFill>
        <p:spPr>
          <a:xfrm>
            <a:off x="8229600" y="1600200"/>
            <a:ext cx="2590800" cy="3429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8392" y="794130"/>
            <a:ext cx="7959090" cy="5545108"/>
          </a:xfrm>
          <a:prstGeom prst="rect">
            <a:avLst/>
          </a:prstGeom>
        </p:spPr>
        <p:txBody>
          <a:bodyPr vert="horz" wrap="square" lIns="0" tIns="12700" rIns="0" bIns="0" rtlCol="0">
            <a:spAutoFit/>
          </a:bodyPr>
          <a:lstStyle/>
          <a:p>
            <a:pPr marL="64135" marR="3447415" indent="-52069">
              <a:lnSpc>
                <a:spcPct val="100000"/>
              </a:lnSpc>
              <a:spcBef>
                <a:spcPts val="100"/>
              </a:spcBef>
              <a:tabLst>
                <a:tab pos="2021205" algn="l"/>
              </a:tabLst>
            </a:pPr>
            <a:r>
              <a:rPr sz="1800" spc="-20" dirty="0">
                <a:solidFill>
                  <a:srgbClr val="FFFFFF"/>
                </a:solidFill>
                <a:latin typeface="Calibri"/>
                <a:cs typeface="Calibri"/>
              </a:rPr>
              <a:t>create</a:t>
            </a:r>
            <a:r>
              <a:rPr sz="1800" spc="-75" dirty="0">
                <a:solidFill>
                  <a:srgbClr val="FFFFFF"/>
                </a:solidFill>
                <a:latin typeface="Calibri"/>
                <a:cs typeface="Calibri"/>
              </a:rPr>
              <a:t> </a:t>
            </a:r>
            <a:r>
              <a:rPr sz="1800" dirty="0">
                <a:solidFill>
                  <a:srgbClr val="FFFFFF"/>
                </a:solidFill>
                <a:latin typeface="Calibri"/>
                <a:cs typeface="Calibri"/>
              </a:rPr>
              <a:t>table</a:t>
            </a:r>
            <a:r>
              <a:rPr sz="1800" spc="-20" dirty="0">
                <a:solidFill>
                  <a:srgbClr val="FFFFFF"/>
                </a:solidFill>
                <a:latin typeface="Calibri"/>
                <a:cs typeface="Calibri"/>
              </a:rPr>
              <a:t> </a:t>
            </a:r>
            <a:r>
              <a:rPr sz="1800" spc="-10" dirty="0">
                <a:solidFill>
                  <a:srgbClr val="FFFFFF"/>
                </a:solidFill>
                <a:latin typeface="Calibri"/>
                <a:cs typeface="Calibri"/>
              </a:rPr>
              <a:t>visitor(</a:t>
            </a:r>
            <a:r>
              <a:rPr sz="1800" dirty="0">
                <a:solidFill>
                  <a:srgbClr val="FFFFFF"/>
                </a:solidFill>
                <a:latin typeface="Calibri"/>
                <a:cs typeface="Calibri"/>
              </a:rPr>
              <a:t>	v_id</a:t>
            </a:r>
            <a:r>
              <a:rPr sz="1800" spc="-50" dirty="0">
                <a:solidFill>
                  <a:srgbClr val="FFFFFF"/>
                </a:solidFill>
                <a:latin typeface="Calibri"/>
                <a:cs typeface="Calibri"/>
              </a:rPr>
              <a:t> </a:t>
            </a:r>
            <a:r>
              <a:rPr sz="1800" spc="-10" dirty="0">
                <a:solidFill>
                  <a:srgbClr val="FFFFFF"/>
                </a:solidFill>
                <a:latin typeface="Calibri"/>
                <a:cs typeface="Calibri"/>
              </a:rPr>
              <a:t>number</a:t>
            </a:r>
            <a:r>
              <a:rPr sz="1800" spc="-55" dirty="0">
                <a:solidFill>
                  <a:srgbClr val="FFFFFF"/>
                </a:solidFill>
                <a:latin typeface="Calibri"/>
                <a:cs typeface="Calibri"/>
              </a:rPr>
              <a:t> </a:t>
            </a:r>
            <a:r>
              <a:rPr sz="1800" dirty="0">
                <a:solidFill>
                  <a:srgbClr val="FFFFFF"/>
                </a:solidFill>
                <a:latin typeface="Calibri"/>
                <a:cs typeface="Calibri"/>
              </a:rPr>
              <a:t>PRIMARY</a:t>
            </a:r>
            <a:r>
              <a:rPr sz="1800" spc="-15" dirty="0">
                <a:solidFill>
                  <a:srgbClr val="FFFFFF"/>
                </a:solidFill>
                <a:latin typeface="Calibri"/>
                <a:cs typeface="Calibri"/>
              </a:rPr>
              <a:t> </a:t>
            </a:r>
            <a:r>
              <a:rPr sz="1800" spc="-95" dirty="0">
                <a:solidFill>
                  <a:srgbClr val="FFFFFF"/>
                </a:solidFill>
                <a:latin typeface="Calibri"/>
                <a:cs typeface="Calibri"/>
              </a:rPr>
              <a:t>KEY, </a:t>
            </a:r>
            <a:r>
              <a:rPr sz="1800" dirty="0" err="1">
                <a:solidFill>
                  <a:srgbClr val="FFFFFF"/>
                </a:solidFill>
                <a:latin typeface="Calibri"/>
                <a:cs typeface="Calibri"/>
              </a:rPr>
              <a:t>phone_no</a:t>
            </a:r>
            <a:r>
              <a:rPr sz="1800" spc="-55" dirty="0">
                <a:solidFill>
                  <a:srgbClr val="FFFFFF"/>
                </a:solidFill>
                <a:latin typeface="Calibri"/>
                <a:cs typeface="Calibri"/>
              </a:rPr>
              <a:t> </a:t>
            </a:r>
            <a:r>
              <a:rPr lang="en-US" spc="-55" dirty="0">
                <a:solidFill>
                  <a:srgbClr val="FFFFFF"/>
                </a:solidFill>
                <a:latin typeface="Calibri"/>
                <a:cs typeface="Calibri"/>
              </a:rPr>
              <a:t>varchar(10)</a:t>
            </a:r>
            <a:r>
              <a:rPr sz="1800" spc="-10" dirty="0">
                <a:solidFill>
                  <a:srgbClr val="FFFFFF"/>
                </a:solidFill>
                <a:latin typeface="Calibri"/>
                <a:cs typeface="Calibri"/>
              </a:rPr>
              <a:t>,</a:t>
            </a:r>
            <a:endParaRPr sz="1800" dirty="0">
              <a:latin typeface="Calibri"/>
              <a:cs typeface="Calibri"/>
            </a:endParaRPr>
          </a:p>
          <a:p>
            <a:pPr marL="12700" marR="1645920">
              <a:lnSpc>
                <a:spcPct val="100000"/>
              </a:lnSpc>
              <a:tabLst>
                <a:tab pos="1716405" algn="l"/>
              </a:tabLst>
            </a:pPr>
            <a:r>
              <a:rPr sz="1800" dirty="0">
                <a:solidFill>
                  <a:srgbClr val="FFFFFF"/>
                </a:solidFill>
                <a:latin typeface="Calibri"/>
                <a:cs typeface="Calibri"/>
              </a:rPr>
              <a:t>pinnum</a:t>
            </a:r>
            <a:r>
              <a:rPr sz="1800" spc="-5" dirty="0">
                <a:solidFill>
                  <a:srgbClr val="FFFFFF"/>
                </a:solidFill>
                <a:latin typeface="Calibri"/>
                <a:cs typeface="Calibri"/>
              </a:rPr>
              <a:t> </a:t>
            </a:r>
            <a:r>
              <a:rPr sz="1800" spc="-10" dirty="0">
                <a:solidFill>
                  <a:srgbClr val="FFFFFF"/>
                </a:solidFill>
                <a:latin typeface="Calibri"/>
                <a:cs typeface="Calibri"/>
              </a:rPr>
              <a:t>number,</a:t>
            </a:r>
            <a:r>
              <a:rPr sz="1800" dirty="0">
                <a:solidFill>
                  <a:srgbClr val="FFFFFF"/>
                </a:solidFill>
                <a:latin typeface="Calibri"/>
                <a:cs typeface="Calibri"/>
              </a:rPr>
              <a:t>	</a:t>
            </a:r>
            <a:r>
              <a:rPr sz="1800" spc="-25" dirty="0">
                <a:solidFill>
                  <a:srgbClr val="FFFFFF"/>
                </a:solidFill>
                <a:latin typeface="Calibri"/>
                <a:cs typeface="Calibri"/>
              </a:rPr>
              <a:t>foreign</a:t>
            </a:r>
            <a:r>
              <a:rPr sz="1800" spc="-80" dirty="0">
                <a:solidFill>
                  <a:srgbClr val="FFFFFF"/>
                </a:solidFill>
                <a:latin typeface="Calibri"/>
                <a:cs typeface="Calibri"/>
              </a:rPr>
              <a:t> </a:t>
            </a:r>
            <a:r>
              <a:rPr sz="1800" spc="-40" dirty="0">
                <a:solidFill>
                  <a:srgbClr val="FFFFFF"/>
                </a:solidFill>
                <a:latin typeface="Calibri"/>
                <a:cs typeface="Calibri"/>
              </a:rPr>
              <a:t>key</a:t>
            </a:r>
            <a:r>
              <a:rPr sz="1800" spc="-65" dirty="0">
                <a:solidFill>
                  <a:srgbClr val="FFFFFF"/>
                </a:solidFill>
                <a:latin typeface="Calibri"/>
                <a:cs typeface="Calibri"/>
              </a:rPr>
              <a:t> </a:t>
            </a:r>
            <a:r>
              <a:rPr sz="1800" dirty="0">
                <a:solidFill>
                  <a:srgbClr val="FFFFFF"/>
                </a:solidFill>
                <a:latin typeface="Calibri"/>
                <a:cs typeface="Calibri"/>
              </a:rPr>
              <a:t>(pinnum)</a:t>
            </a:r>
            <a:r>
              <a:rPr sz="1800" spc="-55" dirty="0">
                <a:solidFill>
                  <a:srgbClr val="FFFFFF"/>
                </a:solidFill>
                <a:latin typeface="Calibri"/>
                <a:cs typeface="Calibri"/>
              </a:rPr>
              <a:t> </a:t>
            </a:r>
            <a:r>
              <a:rPr sz="1800" spc="-35" dirty="0">
                <a:solidFill>
                  <a:srgbClr val="FFFFFF"/>
                </a:solidFill>
                <a:latin typeface="Calibri"/>
                <a:cs typeface="Calibri"/>
              </a:rPr>
              <a:t>references</a:t>
            </a:r>
            <a:r>
              <a:rPr sz="1800" spc="-40" dirty="0">
                <a:solidFill>
                  <a:srgbClr val="FFFFFF"/>
                </a:solidFill>
                <a:latin typeface="Calibri"/>
                <a:cs typeface="Calibri"/>
              </a:rPr>
              <a:t> </a:t>
            </a:r>
            <a:r>
              <a:rPr sz="1800" spc="-10" dirty="0">
                <a:solidFill>
                  <a:srgbClr val="FFFFFF"/>
                </a:solidFill>
                <a:latin typeface="Calibri"/>
                <a:cs typeface="Calibri"/>
              </a:rPr>
              <a:t>pincode(pinnum), </a:t>
            </a:r>
            <a:r>
              <a:rPr sz="1800" dirty="0">
                <a:solidFill>
                  <a:srgbClr val="FFFFFF"/>
                </a:solidFill>
                <a:latin typeface="Calibri"/>
                <a:cs typeface="Calibri"/>
              </a:rPr>
              <a:t>v_fname</a:t>
            </a:r>
            <a:r>
              <a:rPr sz="1800" spc="-65" dirty="0">
                <a:solidFill>
                  <a:srgbClr val="FFFFFF"/>
                </a:solidFill>
                <a:latin typeface="Calibri"/>
                <a:cs typeface="Calibri"/>
              </a:rPr>
              <a:t> </a:t>
            </a:r>
            <a:r>
              <a:rPr sz="1800" spc="-10" dirty="0">
                <a:solidFill>
                  <a:srgbClr val="FFFFFF"/>
                </a:solidFill>
                <a:latin typeface="Calibri"/>
                <a:cs typeface="Calibri"/>
              </a:rPr>
              <a:t>varchar(100),</a:t>
            </a:r>
            <a:endParaRPr sz="1800" dirty="0">
              <a:latin typeface="Calibri"/>
              <a:cs typeface="Calibri"/>
            </a:endParaRPr>
          </a:p>
          <a:p>
            <a:pPr marL="12700">
              <a:lnSpc>
                <a:spcPct val="100000"/>
              </a:lnSpc>
            </a:pPr>
            <a:r>
              <a:rPr sz="1800" dirty="0">
                <a:solidFill>
                  <a:srgbClr val="FFFFFF"/>
                </a:solidFill>
                <a:latin typeface="Calibri"/>
                <a:cs typeface="Calibri"/>
              </a:rPr>
              <a:t>v_lname</a:t>
            </a:r>
            <a:r>
              <a:rPr sz="1800" spc="-60" dirty="0">
                <a:solidFill>
                  <a:srgbClr val="FFFFFF"/>
                </a:solidFill>
                <a:latin typeface="Calibri"/>
                <a:cs typeface="Calibri"/>
              </a:rPr>
              <a:t> </a:t>
            </a:r>
            <a:r>
              <a:rPr sz="1800" spc="-10" dirty="0">
                <a:solidFill>
                  <a:srgbClr val="FFFFFF"/>
                </a:solidFill>
                <a:latin typeface="Calibri"/>
                <a:cs typeface="Calibri"/>
              </a:rPr>
              <a:t>varchar(100)</a:t>
            </a:r>
            <a:endParaRPr sz="1800" dirty="0">
              <a:latin typeface="Calibri"/>
              <a:cs typeface="Calibri"/>
            </a:endParaRPr>
          </a:p>
          <a:p>
            <a:pPr marL="12700">
              <a:lnSpc>
                <a:spcPct val="100000"/>
              </a:lnSpc>
            </a:pPr>
            <a:r>
              <a:rPr sz="1800" spc="-25" dirty="0">
                <a:solidFill>
                  <a:srgbClr val="FFFFFF"/>
                </a:solidFill>
                <a:latin typeface="Calibri"/>
                <a:cs typeface="Calibri"/>
              </a:rPr>
              <a:t>);</a:t>
            </a:r>
            <a:endParaRPr sz="1800" dirty="0">
              <a:latin typeface="Calibri"/>
              <a:cs typeface="Calibri"/>
            </a:endParaRPr>
          </a:p>
          <a:p>
            <a:pPr marL="12700">
              <a:lnSpc>
                <a:spcPct val="100000"/>
              </a:lnSpc>
              <a:spcBef>
                <a:spcPts val="2100"/>
              </a:spcBef>
            </a:pPr>
            <a:r>
              <a:rPr lang="en-IN" sz="1800" spc="-10" dirty="0">
                <a:solidFill>
                  <a:srgbClr val="FFFFFF"/>
                </a:solidFill>
                <a:latin typeface="Calibri"/>
                <a:cs typeface="Calibri"/>
              </a:rPr>
              <a:t>INSERT INTO visitor VALUES (1000002, '8247423616', 500001, 'Sandhya', '</a:t>
            </a:r>
            <a:r>
              <a:rPr lang="en-IN" sz="1800" spc="-10" dirty="0" err="1">
                <a:solidFill>
                  <a:srgbClr val="FFFFFF"/>
                </a:solidFill>
                <a:latin typeface="Calibri"/>
                <a:cs typeface="Calibri"/>
              </a:rPr>
              <a:t>Dhanavath</a:t>
            </a:r>
            <a:r>
              <a:rPr lang="en-IN" sz="1800" spc="-10" dirty="0">
                <a:solidFill>
                  <a:srgbClr val="FFFFFF"/>
                </a:solidFill>
                <a:latin typeface="Calibri"/>
                <a:cs typeface="Calibri"/>
              </a:rPr>
              <a:t>');INSERT INTO visitor  VALUES (1000003, '9848522338', 500002, 'Shankar', '</a:t>
            </a:r>
            <a:r>
              <a:rPr lang="en-IN" sz="1800" spc="-10" dirty="0" err="1">
                <a:solidFill>
                  <a:srgbClr val="FFFFFF"/>
                </a:solidFill>
                <a:latin typeface="Calibri"/>
                <a:cs typeface="Calibri"/>
              </a:rPr>
              <a:t>Tejavath</a:t>
            </a:r>
            <a:r>
              <a:rPr lang="en-IN" sz="1800" spc="-10" dirty="0">
                <a:solidFill>
                  <a:srgbClr val="FFFFFF"/>
                </a:solidFill>
                <a:latin typeface="Calibri"/>
                <a:cs typeface="Calibri"/>
              </a:rPr>
              <a:t>');INSERT INTO visitor  VALUES (1000004, '7532148967', 500060, 'Waseem', 'Syed');INSERT INTO visitor  VALUES (1000005, '6459783120', 500125, 'Manoj', '</a:t>
            </a:r>
            <a:r>
              <a:rPr lang="en-IN" sz="1800" spc="-10" dirty="0" err="1">
                <a:solidFill>
                  <a:srgbClr val="FFFFFF"/>
                </a:solidFill>
                <a:latin typeface="Calibri"/>
                <a:cs typeface="Calibri"/>
              </a:rPr>
              <a:t>Boganadham</a:t>
            </a:r>
            <a:r>
              <a:rPr lang="en-IN" sz="1800" spc="-10" dirty="0">
                <a:solidFill>
                  <a:srgbClr val="FFFFFF"/>
                </a:solidFill>
                <a:latin typeface="Calibri"/>
                <a:cs typeface="Calibri"/>
              </a:rPr>
              <a:t>');INSERT INTO visitor  VALUES (1000006, '8524615397', 500069, '</a:t>
            </a:r>
            <a:r>
              <a:rPr lang="en-IN" sz="1800" spc="-10" dirty="0" err="1">
                <a:solidFill>
                  <a:srgbClr val="FFFFFF"/>
                </a:solidFill>
                <a:latin typeface="Calibri"/>
                <a:cs typeface="Calibri"/>
              </a:rPr>
              <a:t>Infi</a:t>
            </a:r>
            <a:r>
              <a:rPr lang="en-IN" sz="1800" spc="-10" dirty="0">
                <a:solidFill>
                  <a:srgbClr val="FFFFFF"/>
                </a:solidFill>
                <a:latin typeface="Calibri"/>
                <a:cs typeface="Calibri"/>
              </a:rPr>
              <a:t>', 'Chan');INSERT INTO visitor  VALUES (1000007, '9754125896', 600004, '</a:t>
            </a:r>
            <a:r>
              <a:rPr lang="en-IN" sz="1800" spc="-10" dirty="0" err="1">
                <a:solidFill>
                  <a:srgbClr val="FFFFFF"/>
                </a:solidFill>
                <a:latin typeface="Calibri"/>
                <a:cs typeface="Calibri"/>
              </a:rPr>
              <a:t>Bhushank</a:t>
            </a:r>
            <a:r>
              <a:rPr lang="en-IN" sz="1800" spc="-10" dirty="0">
                <a:solidFill>
                  <a:srgbClr val="FFFFFF"/>
                </a:solidFill>
                <a:latin typeface="Calibri"/>
                <a:cs typeface="Calibri"/>
              </a:rPr>
              <a:t>', 'Kul');INSERT INTO visitor VALUES (1000008, '8462157930', 600055, '</a:t>
            </a:r>
            <a:r>
              <a:rPr lang="en-IN" sz="1800" spc="-10" dirty="0" err="1">
                <a:solidFill>
                  <a:srgbClr val="FFFFFF"/>
                </a:solidFill>
                <a:latin typeface="Calibri"/>
                <a:cs typeface="Calibri"/>
              </a:rPr>
              <a:t>Abhiram</a:t>
            </a:r>
            <a:r>
              <a:rPr lang="en-IN" sz="1800" spc="-10" dirty="0">
                <a:solidFill>
                  <a:srgbClr val="FFFFFF"/>
                </a:solidFill>
                <a:latin typeface="Calibri"/>
                <a:cs typeface="Calibri"/>
              </a:rPr>
              <a:t>', '</a:t>
            </a:r>
            <a:r>
              <a:rPr lang="en-IN" sz="1800" spc="-10" dirty="0" err="1">
                <a:solidFill>
                  <a:srgbClr val="FFFFFF"/>
                </a:solidFill>
                <a:latin typeface="Calibri"/>
                <a:cs typeface="Calibri"/>
              </a:rPr>
              <a:t>Nallama</a:t>
            </a:r>
            <a:r>
              <a:rPr lang="en-IN" sz="1800" spc="-10" dirty="0">
                <a:solidFill>
                  <a:srgbClr val="FFFFFF"/>
                </a:solidFill>
                <a:latin typeface="Calibri"/>
                <a:cs typeface="Calibri"/>
              </a:rPr>
              <a:t>');INSERT INTO visitor VALUES (1000009, '6841759325', 600008, 'Ashish', 'Anand');INSERT INTO visitor VALUES (1000010, '8945632178', 600154, 'Lakshita', 'Chowdary');INSERT INTO visitor  VALUES (1000011, '9685741232', 600035, 'Nayan', 'Jyothi');INSERT INTO visitor VALUES (1000012, '8675941236', 600021, 'Ranil', 'Bala');INSERT INTO visitor VALUES (1000013, '7849562134', 600154, 'Tanisha', 'Agarwal');</a:t>
            </a:r>
            <a:endParaRPr sz="1800" dirty="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8E2588-315C-61E0-4E65-9446F17FD1D4}"/>
              </a:ext>
            </a:extLst>
          </p:cNvPr>
          <p:cNvPicPr>
            <a:picLocks noChangeAspect="1"/>
          </p:cNvPicPr>
          <p:nvPr/>
        </p:nvPicPr>
        <p:blipFill>
          <a:blip r:embed="rId2"/>
          <a:stretch>
            <a:fillRect/>
          </a:stretch>
        </p:blipFill>
        <p:spPr>
          <a:xfrm>
            <a:off x="3048000" y="1600200"/>
            <a:ext cx="4343400" cy="28956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57427" y="809371"/>
            <a:ext cx="4227830" cy="2346325"/>
          </a:xfrm>
          <a:prstGeom prst="rect">
            <a:avLst/>
          </a:prstGeom>
        </p:spPr>
        <p:txBody>
          <a:bodyPr vert="horz" wrap="square" lIns="0" tIns="12700" rIns="0" bIns="0" rtlCol="0">
            <a:spAutoFit/>
          </a:bodyPr>
          <a:lstStyle/>
          <a:p>
            <a:pPr marL="12700" marR="1143000">
              <a:lnSpc>
                <a:spcPct val="100000"/>
              </a:lnSpc>
              <a:spcBef>
                <a:spcPts val="100"/>
              </a:spcBef>
            </a:pPr>
            <a:r>
              <a:rPr sz="1800" spc="-25" dirty="0">
                <a:solidFill>
                  <a:srgbClr val="FFFFFF"/>
                </a:solidFill>
                <a:latin typeface="Calibri"/>
                <a:cs typeface="Calibri"/>
              </a:rPr>
              <a:t>create</a:t>
            </a:r>
            <a:r>
              <a:rPr sz="1800" spc="-70" dirty="0">
                <a:solidFill>
                  <a:srgbClr val="FFFFFF"/>
                </a:solidFill>
                <a:latin typeface="Calibri"/>
                <a:cs typeface="Calibri"/>
              </a:rPr>
              <a:t> </a:t>
            </a:r>
            <a:r>
              <a:rPr sz="1800" spc="-10" dirty="0">
                <a:solidFill>
                  <a:srgbClr val="FFFFFF"/>
                </a:solidFill>
                <a:latin typeface="Calibri"/>
                <a:cs typeface="Calibri"/>
              </a:rPr>
              <a:t>table</a:t>
            </a:r>
            <a:r>
              <a:rPr sz="1800" spc="-45" dirty="0">
                <a:solidFill>
                  <a:srgbClr val="FFFFFF"/>
                </a:solidFill>
                <a:latin typeface="Calibri"/>
                <a:cs typeface="Calibri"/>
              </a:rPr>
              <a:t> </a:t>
            </a:r>
            <a:r>
              <a:rPr sz="1800" spc="-10" dirty="0">
                <a:solidFill>
                  <a:srgbClr val="FFFFFF"/>
                </a:solidFill>
                <a:latin typeface="Calibri"/>
                <a:cs typeface="Calibri"/>
              </a:rPr>
              <a:t>purchase( </a:t>
            </a:r>
            <a:r>
              <a:rPr sz="1800" spc="-20" dirty="0" err="1">
                <a:solidFill>
                  <a:srgbClr val="FFFFFF"/>
                </a:solidFill>
                <a:latin typeface="Calibri"/>
                <a:cs typeface="Calibri"/>
              </a:rPr>
              <a:t>purchase_id</a:t>
            </a:r>
            <a:r>
              <a:rPr sz="1800" spc="-35" dirty="0">
                <a:solidFill>
                  <a:srgbClr val="FFFFFF"/>
                </a:solidFill>
                <a:latin typeface="Calibri"/>
                <a:cs typeface="Calibri"/>
              </a:rPr>
              <a:t> </a:t>
            </a:r>
            <a:r>
              <a:rPr lang="en-US" sz="1800" dirty="0">
                <a:solidFill>
                  <a:srgbClr val="FFFFFF"/>
                </a:solidFill>
                <a:latin typeface="Calibri"/>
                <a:cs typeface="Calibri"/>
              </a:rPr>
              <a:t>INT</a:t>
            </a:r>
            <a:r>
              <a:rPr sz="1800" spc="-45" dirty="0">
                <a:solidFill>
                  <a:srgbClr val="FFFFFF"/>
                </a:solidFill>
                <a:latin typeface="Calibri"/>
                <a:cs typeface="Calibri"/>
              </a:rPr>
              <a:t> </a:t>
            </a:r>
            <a:r>
              <a:rPr sz="1800" dirty="0">
                <a:solidFill>
                  <a:srgbClr val="FFFFFF"/>
                </a:solidFill>
                <a:latin typeface="Calibri"/>
                <a:cs typeface="Calibri"/>
              </a:rPr>
              <a:t>primary</a:t>
            </a:r>
            <a:r>
              <a:rPr sz="1800" spc="-70" dirty="0">
                <a:solidFill>
                  <a:srgbClr val="FFFFFF"/>
                </a:solidFill>
                <a:latin typeface="Calibri"/>
                <a:cs typeface="Calibri"/>
              </a:rPr>
              <a:t> key, </a:t>
            </a:r>
            <a:r>
              <a:rPr sz="1800" spc="-10" dirty="0">
                <a:solidFill>
                  <a:srgbClr val="FFFFFF"/>
                </a:solidFill>
                <a:latin typeface="Calibri"/>
                <a:cs typeface="Calibri"/>
              </a:rPr>
              <a:t>varchar(100));</a:t>
            </a:r>
            <a:endParaRPr sz="1800" dirty="0">
              <a:latin typeface="Calibri"/>
              <a:cs typeface="Calibri"/>
            </a:endParaRPr>
          </a:p>
          <a:p>
            <a:pPr>
              <a:lnSpc>
                <a:spcPct val="100000"/>
              </a:lnSpc>
              <a:spcBef>
                <a:spcPts val="955"/>
              </a:spcBef>
            </a:pPr>
            <a:endParaRPr sz="1800" dirty="0">
              <a:latin typeface="Calibri"/>
              <a:cs typeface="Calibri"/>
            </a:endParaRPr>
          </a:p>
          <a:p>
            <a:pPr marL="12700" marR="5080">
              <a:lnSpc>
                <a:spcPct val="100000"/>
              </a:lnSpc>
            </a:pPr>
            <a:r>
              <a:rPr sz="1800" spc="-10" dirty="0">
                <a:solidFill>
                  <a:srgbClr val="FFFFFF"/>
                </a:solidFill>
                <a:latin typeface="Calibri"/>
                <a:cs typeface="Calibri"/>
              </a:rPr>
              <a:t>insert</a:t>
            </a:r>
            <a:r>
              <a:rPr sz="1800" spc="-95" dirty="0">
                <a:solidFill>
                  <a:srgbClr val="FFFFFF"/>
                </a:solidFill>
                <a:latin typeface="Calibri"/>
                <a:cs typeface="Calibri"/>
              </a:rPr>
              <a:t> </a:t>
            </a:r>
            <a:r>
              <a:rPr sz="1800" spc="-20" dirty="0">
                <a:solidFill>
                  <a:srgbClr val="FFFFFF"/>
                </a:solidFill>
                <a:latin typeface="Calibri"/>
                <a:cs typeface="Calibri"/>
              </a:rPr>
              <a:t>into</a:t>
            </a:r>
            <a:r>
              <a:rPr sz="1800" spc="-85" dirty="0">
                <a:solidFill>
                  <a:srgbClr val="FFFFFF"/>
                </a:solidFill>
                <a:latin typeface="Calibri"/>
                <a:cs typeface="Calibri"/>
              </a:rPr>
              <a:t> </a:t>
            </a:r>
            <a:r>
              <a:rPr sz="1800" spc="-10" dirty="0">
                <a:solidFill>
                  <a:srgbClr val="FFFFFF"/>
                </a:solidFill>
                <a:latin typeface="Calibri"/>
                <a:cs typeface="Calibri"/>
              </a:rPr>
              <a:t>purchase</a:t>
            </a:r>
            <a:r>
              <a:rPr sz="1800" spc="-90" dirty="0">
                <a:solidFill>
                  <a:srgbClr val="FFFFFF"/>
                </a:solidFill>
                <a:latin typeface="Calibri"/>
                <a:cs typeface="Calibri"/>
              </a:rPr>
              <a:t> </a:t>
            </a:r>
            <a:r>
              <a:rPr sz="1800" spc="-10" dirty="0">
                <a:solidFill>
                  <a:srgbClr val="FFFFFF"/>
                </a:solidFill>
                <a:latin typeface="Calibri"/>
                <a:cs typeface="Calibri"/>
              </a:rPr>
              <a:t>values(102,'Credit</a:t>
            </a:r>
            <a:r>
              <a:rPr sz="1800" spc="160" dirty="0">
                <a:solidFill>
                  <a:srgbClr val="FFFFFF"/>
                </a:solidFill>
                <a:latin typeface="Calibri"/>
                <a:cs typeface="Calibri"/>
              </a:rPr>
              <a:t> </a:t>
            </a:r>
            <a:r>
              <a:rPr sz="1800" spc="-10" dirty="0">
                <a:solidFill>
                  <a:srgbClr val="FFFFFF"/>
                </a:solidFill>
                <a:latin typeface="Calibri"/>
                <a:cs typeface="Calibri"/>
              </a:rPr>
              <a:t>Card'); insert</a:t>
            </a:r>
            <a:r>
              <a:rPr sz="1800" spc="-70"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spc="-10" dirty="0">
                <a:solidFill>
                  <a:srgbClr val="FFFFFF"/>
                </a:solidFill>
                <a:latin typeface="Calibri"/>
                <a:cs typeface="Calibri"/>
              </a:rPr>
              <a:t>purchase</a:t>
            </a:r>
            <a:r>
              <a:rPr sz="1800" spc="-50" dirty="0">
                <a:solidFill>
                  <a:srgbClr val="FFFFFF"/>
                </a:solidFill>
                <a:latin typeface="Calibri"/>
                <a:cs typeface="Calibri"/>
              </a:rPr>
              <a:t> </a:t>
            </a:r>
            <a:r>
              <a:rPr sz="1800" spc="-10" dirty="0">
                <a:solidFill>
                  <a:srgbClr val="FFFFFF"/>
                </a:solidFill>
                <a:latin typeface="Calibri"/>
                <a:cs typeface="Calibri"/>
              </a:rPr>
              <a:t>values(103,'Cash');</a:t>
            </a:r>
            <a:endParaRPr sz="1800" dirty="0">
              <a:latin typeface="Calibri"/>
              <a:cs typeface="Calibri"/>
            </a:endParaRPr>
          </a:p>
          <a:p>
            <a:pPr marL="12700">
              <a:lnSpc>
                <a:spcPct val="100000"/>
              </a:lnSpc>
            </a:pPr>
            <a:r>
              <a:rPr sz="1800" spc="-10" dirty="0">
                <a:solidFill>
                  <a:srgbClr val="FFFFFF"/>
                </a:solidFill>
                <a:latin typeface="Calibri"/>
                <a:cs typeface="Calibri"/>
              </a:rPr>
              <a:t>insert</a:t>
            </a:r>
            <a:r>
              <a:rPr sz="1800" spc="-70"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spc="-10" dirty="0">
                <a:solidFill>
                  <a:srgbClr val="FFFFFF"/>
                </a:solidFill>
                <a:latin typeface="Calibri"/>
                <a:cs typeface="Calibri"/>
              </a:rPr>
              <a:t>purchase</a:t>
            </a:r>
            <a:r>
              <a:rPr sz="1800" spc="-50" dirty="0">
                <a:solidFill>
                  <a:srgbClr val="FFFFFF"/>
                </a:solidFill>
                <a:latin typeface="Calibri"/>
                <a:cs typeface="Calibri"/>
              </a:rPr>
              <a:t> </a:t>
            </a:r>
            <a:r>
              <a:rPr sz="1800" spc="-10" dirty="0">
                <a:solidFill>
                  <a:srgbClr val="FFFFFF"/>
                </a:solidFill>
                <a:latin typeface="Calibri"/>
                <a:cs typeface="Calibri"/>
              </a:rPr>
              <a:t>values(104,'UPI');</a:t>
            </a:r>
            <a:endParaRPr sz="1800" dirty="0">
              <a:latin typeface="Calibri"/>
              <a:cs typeface="Calibri"/>
            </a:endParaRPr>
          </a:p>
          <a:p>
            <a:pPr marL="12700">
              <a:lnSpc>
                <a:spcPct val="100000"/>
              </a:lnSpc>
            </a:pPr>
            <a:r>
              <a:rPr sz="1800" spc="-10" dirty="0">
                <a:solidFill>
                  <a:srgbClr val="FFFFFF"/>
                </a:solidFill>
                <a:latin typeface="Calibri"/>
                <a:cs typeface="Calibri"/>
              </a:rPr>
              <a:t>insert</a:t>
            </a:r>
            <a:r>
              <a:rPr sz="1800" spc="-65"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spc="-10" dirty="0">
                <a:solidFill>
                  <a:srgbClr val="FFFFFF"/>
                </a:solidFill>
                <a:latin typeface="Calibri"/>
                <a:cs typeface="Calibri"/>
              </a:rPr>
              <a:t>purchase</a:t>
            </a:r>
            <a:r>
              <a:rPr sz="1800" spc="35" dirty="0">
                <a:solidFill>
                  <a:srgbClr val="FFFFFF"/>
                </a:solidFill>
                <a:latin typeface="Calibri"/>
                <a:cs typeface="Calibri"/>
              </a:rPr>
              <a:t> </a:t>
            </a:r>
            <a:r>
              <a:rPr sz="1800" spc="-10" dirty="0">
                <a:solidFill>
                  <a:srgbClr val="FFFFFF"/>
                </a:solidFill>
                <a:latin typeface="Calibri"/>
                <a:cs typeface="Calibri"/>
              </a:rPr>
              <a:t>values(105,'e-wallets');</a:t>
            </a:r>
            <a:endParaRPr sz="1800" dirty="0">
              <a:latin typeface="Calibri"/>
              <a:cs typeface="Calibri"/>
            </a:endParaRPr>
          </a:p>
        </p:txBody>
      </p:sp>
      <p:pic>
        <p:nvPicPr>
          <p:cNvPr id="7" name="Picture 6">
            <a:extLst>
              <a:ext uri="{FF2B5EF4-FFF2-40B4-BE49-F238E27FC236}">
                <a16:creationId xmlns:a16="http://schemas.microsoft.com/office/drawing/2014/main" id="{325D4DC2-49D5-C891-3BF3-99153DEABD74}"/>
              </a:ext>
            </a:extLst>
          </p:cNvPr>
          <p:cNvPicPr>
            <a:picLocks noChangeAspect="1"/>
          </p:cNvPicPr>
          <p:nvPr/>
        </p:nvPicPr>
        <p:blipFill>
          <a:blip r:embed="rId2"/>
          <a:stretch>
            <a:fillRect/>
          </a:stretch>
        </p:blipFill>
        <p:spPr>
          <a:xfrm>
            <a:off x="7391400" y="1414293"/>
            <a:ext cx="2819400" cy="285290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33957" y="656285"/>
            <a:ext cx="6922770" cy="5512435"/>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alibri"/>
                <a:cs typeface="Calibri"/>
              </a:rPr>
              <a:t>create</a:t>
            </a:r>
            <a:r>
              <a:rPr sz="1800" spc="-80" dirty="0">
                <a:solidFill>
                  <a:srgbClr val="FFFFFF"/>
                </a:solidFill>
                <a:latin typeface="Calibri"/>
                <a:cs typeface="Calibri"/>
              </a:rPr>
              <a:t> </a:t>
            </a:r>
            <a:r>
              <a:rPr sz="1800" dirty="0">
                <a:solidFill>
                  <a:srgbClr val="FFFFFF"/>
                </a:solidFill>
                <a:latin typeface="Calibri"/>
                <a:cs typeface="Calibri"/>
              </a:rPr>
              <a:t>table</a:t>
            </a:r>
            <a:r>
              <a:rPr sz="1800" spc="-5" dirty="0">
                <a:solidFill>
                  <a:srgbClr val="FFFFFF"/>
                </a:solidFill>
                <a:latin typeface="Calibri"/>
                <a:cs typeface="Calibri"/>
              </a:rPr>
              <a:t> </a:t>
            </a:r>
            <a:r>
              <a:rPr sz="1800" spc="-10" dirty="0">
                <a:solidFill>
                  <a:srgbClr val="FFFFFF"/>
                </a:solidFill>
                <a:latin typeface="Calibri"/>
                <a:cs typeface="Calibri"/>
              </a:rPr>
              <a:t>ticket(</a:t>
            </a:r>
            <a:endParaRPr sz="1800" dirty="0">
              <a:latin typeface="Calibri"/>
              <a:cs typeface="Calibri"/>
            </a:endParaRPr>
          </a:p>
          <a:p>
            <a:pPr marL="116205" marR="4112260" indent="-52069">
              <a:lnSpc>
                <a:spcPct val="100000"/>
              </a:lnSpc>
              <a:spcBef>
                <a:spcPts val="5"/>
              </a:spcBef>
            </a:pPr>
            <a:r>
              <a:rPr sz="1800" spc="-25" dirty="0" err="1">
                <a:solidFill>
                  <a:srgbClr val="FFFFFF"/>
                </a:solidFill>
                <a:latin typeface="Calibri"/>
                <a:cs typeface="Calibri"/>
              </a:rPr>
              <a:t>ticket_id</a:t>
            </a:r>
            <a:r>
              <a:rPr sz="1800" spc="-75" dirty="0">
                <a:solidFill>
                  <a:srgbClr val="FFFFFF"/>
                </a:solidFill>
                <a:latin typeface="Calibri"/>
                <a:cs typeface="Calibri"/>
              </a:rPr>
              <a:t> </a:t>
            </a:r>
            <a:r>
              <a:rPr lang="en-US" sz="1800" dirty="0">
                <a:solidFill>
                  <a:srgbClr val="FFFFFF"/>
                </a:solidFill>
                <a:latin typeface="Calibri"/>
                <a:cs typeface="Calibri"/>
              </a:rPr>
              <a:t>INT</a:t>
            </a:r>
            <a:r>
              <a:rPr sz="1800" spc="-40" dirty="0">
                <a:solidFill>
                  <a:srgbClr val="FFFFFF"/>
                </a:solidFill>
                <a:latin typeface="Calibri"/>
                <a:cs typeface="Calibri"/>
              </a:rPr>
              <a:t> </a:t>
            </a:r>
            <a:r>
              <a:rPr sz="1800" dirty="0">
                <a:solidFill>
                  <a:srgbClr val="FFFFFF"/>
                </a:solidFill>
                <a:latin typeface="Calibri"/>
                <a:cs typeface="Calibri"/>
              </a:rPr>
              <a:t>primary</a:t>
            </a:r>
            <a:r>
              <a:rPr sz="1800" spc="40" dirty="0">
                <a:solidFill>
                  <a:srgbClr val="FFFFFF"/>
                </a:solidFill>
                <a:latin typeface="Calibri"/>
                <a:cs typeface="Calibri"/>
              </a:rPr>
              <a:t> </a:t>
            </a:r>
            <a:r>
              <a:rPr sz="1800" spc="-75" dirty="0">
                <a:solidFill>
                  <a:srgbClr val="FFFFFF"/>
                </a:solidFill>
                <a:latin typeface="Calibri"/>
                <a:cs typeface="Calibri"/>
              </a:rPr>
              <a:t>key, </a:t>
            </a:r>
            <a:r>
              <a:rPr sz="1800" spc="-25" dirty="0">
                <a:solidFill>
                  <a:srgbClr val="FFFFFF"/>
                </a:solidFill>
                <a:latin typeface="Calibri"/>
                <a:cs typeface="Calibri"/>
              </a:rPr>
              <a:t>ticket_date</a:t>
            </a:r>
            <a:r>
              <a:rPr sz="1800" spc="-15" dirty="0">
                <a:solidFill>
                  <a:srgbClr val="FFFFFF"/>
                </a:solidFill>
                <a:latin typeface="Calibri"/>
                <a:cs typeface="Calibri"/>
              </a:rPr>
              <a:t> </a:t>
            </a:r>
            <a:r>
              <a:rPr sz="1800" spc="-20" dirty="0">
                <a:solidFill>
                  <a:srgbClr val="FFFFFF"/>
                </a:solidFill>
                <a:latin typeface="Calibri"/>
                <a:cs typeface="Calibri"/>
              </a:rPr>
              <a:t>date,</a:t>
            </a:r>
            <a:endParaRPr sz="1800" dirty="0">
              <a:latin typeface="Calibri"/>
              <a:cs typeface="Calibri"/>
            </a:endParaRPr>
          </a:p>
          <a:p>
            <a:pPr marL="64135">
              <a:lnSpc>
                <a:spcPct val="100000"/>
              </a:lnSpc>
            </a:pPr>
            <a:r>
              <a:rPr sz="1800" dirty="0" err="1">
                <a:solidFill>
                  <a:srgbClr val="FFFFFF"/>
                </a:solidFill>
                <a:latin typeface="Calibri"/>
                <a:cs typeface="Calibri"/>
              </a:rPr>
              <a:t>v_id</a:t>
            </a:r>
            <a:r>
              <a:rPr sz="1800" spc="-25" dirty="0">
                <a:solidFill>
                  <a:srgbClr val="FFFFFF"/>
                </a:solidFill>
                <a:latin typeface="Calibri"/>
                <a:cs typeface="Calibri"/>
              </a:rPr>
              <a:t> </a:t>
            </a:r>
            <a:r>
              <a:rPr lang="en-US" sz="1800" dirty="0">
                <a:solidFill>
                  <a:srgbClr val="FFFFFF"/>
                </a:solidFill>
                <a:latin typeface="Calibri"/>
                <a:cs typeface="Calibri"/>
              </a:rPr>
              <a:t>INT</a:t>
            </a:r>
            <a:r>
              <a:rPr sz="1800" spc="-10" dirty="0">
                <a:solidFill>
                  <a:srgbClr val="FFFFFF"/>
                </a:solidFill>
                <a:latin typeface="Calibri"/>
                <a:cs typeface="Calibri"/>
              </a:rPr>
              <a:t>,</a:t>
            </a:r>
            <a:endParaRPr sz="1800" dirty="0">
              <a:latin typeface="Calibri"/>
              <a:cs typeface="Calibri"/>
            </a:endParaRPr>
          </a:p>
          <a:p>
            <a:pPr marL="170815" marR="2515870">
              <a:lnSpc>
                <a:spcPct val="100000"/>
              </a:lnSpc>
            </a:pPr>
            <a:r>
              <a:rPr sz="1800" dirty="0">
                <a:solidFill>
                  <a:srgbClr val="FFFFFF"/>
                </a:solidFill>
                <a:latin typeface="Calibri"/>
                <a:cs typeface="Calibri"/>
              </a:rPr>
              <a:t>FOREIGN</a:t>
            </a:r>
            <a:r>
              <a:rPr sz="1800" spc="-55" dirty="0">
                <a:solidFill>
                  <a:srgbClr val="FFFFFF"/>
                </a:solidFill>
                <a:latin typeface="Calibri"/>
                <a:cs typeface="Calibri"/>
              </a:rPr>
              <a:t> </a:t>
            </a:r>
            <a:r>
              <a:rPr sz="1800" dirty="0">
                <a:solidFill>
                  <a:srgbClr val="FFFFFF"/>
                </a:solidFill>
                <a:latin typeface="Calibri"/>
                <a:cs typeface="Calibri"/>
              </a:rPr>
              <a:t>KEY</a:t>
            </a:r>
            <a:r>
              <a:rPr sz="1800" spc="-20" dirty="0">
                <a:solidFill>
                  <a:srgbClr val="FFFFFF"/>
                </a:solidFill>
                <a:latin typeface="Calibri"/>
                <a:cs typeface="Calibri"/>
              </a:rPr>
              <a:t> </a:t>
            </a:r>
            <a:r>
              <a:rPr sz="1800" dirty="0">
                <a:solidFill>
                  <a:srgbClr val="FFFFFF"/>
                </a:solidFill>
                <a:latin typeface="Calibri"/>
                <a:cs typeface="Calibri"/>
              </a:rPr>
              <a:t>(v_id)</a:t>
            </a:r>
            <a:r>
              <a:rPr sz="1800" spc="-35" dirty="0">
                <a:solidFill>
                  <a:srgbClr val="FFFFFF"/>
                </a:solidFill>
                <a:latin typeface="Calibri"/>
                <a:cs typeface="Calibri"/>
              </a:rPr>
              <a:t> </a:t>
            </a:r>
            <a:r>
              <a:rPr sz="1800" spc="-10" dirty="0">
                <a:solidFill>
                  <a:srgbClr val="FFFFFF"/>
                </a:solidFill>
                <a:latin typeface="Calibri"/>
                <a:cs typeface="Calibri"/>
              </a:rPr>
              <a:t>REFERENCES</a:t>
            </a:r>
            <a:r>
              <a:rPr sz="1800" spc="-55" dirty="0">
                <a:solidFill>
                  <a:srgbClr val="FFFFFF"/>
                </a:solidFill>
                <a:latin typeface="Calibri"/>
                <a:cs typeface="Calibri"/>
              </a:rPr>
              <a:t> </a:t>
            </a:r>
            <a:r>
              <a:rPr sz="1800" spc="-10" dirty="0">
                <a:solidFill>
                  <a:srgbClr val="FFFFFF"/>
                </a:solidFill>
                <a:latin typeface="Calibri"/>
                <a:cs typeface="Calibri"/>
              </a:rPr>
              <a:t>visitor(v_id), </a:t>
            </a:r>
            <a:r>
              <a:rPr sz="1800" spc="-10" dirty="0" err="1">
                <a:solidFill>
                  <a:srgbClr val="FFFFFF"/>
                </a:solidFill>
                <a:latin typeface="Calibri"/>
                <a:cs typeface="Calibri"/>
              </a:rPr>
              <a:t>purchase_id</a:t>
            </a:r>
            <a:r>
              <a:rPr lang="en-US" spc="-30" dirty="0">
                <a:solidFill>
                  <a:srgbClr val="FFFFFF"/>
                </a:solidFill>
                <a:latin typeface="Calibri"/>
                <a:cs typeface="Calibri"/>
              </a:rPr>
              <a:t> </a:t>
            </a:r>
            <a:r>
              <a:rPr lang="en-US" sz="1800" dirty="0">
                <a:solidFill>
                  <a:srgbClr val="FFFFFF"/>
                </a:solidFill>
                <a:latin typeface="Calibri"/>
                <a:cs typeface="Calibri"/>
              </a:rPr>
              <a:t>INT</a:t>
            </a:r>
            <a:r>
              <a:rPr sz="1800" spc="-10" dirty="0">
                <a:solidFill>
                  <a:srgbClr val="FFFFFF"/>
                </a:solidFill>
                <a:latin typeface="Calibri"/>
                <a:cs typeface="Calibri"/>
              </a:rPr>
              <a:t>,</a:t>
            </a:r>
            <a:endParaRPr sz="1800" dirty="0">
              <a:latin typeface="Calibri"/>
              <a:cs typeface="Calibri"/>
            </a:endParaRPr>
          </a:p>
          <a:p>
            <a:pPr marL="116205">
              <a:lnSpc>
                <a:spcPct val="100000"/>
              </a:lnSpc>
            </a:pPr>
            <a:r>
              <a:rPr sz="1800" dirty="0">
                <a:solidFill>
                  <a:srgbClr val="FFFFFF"/>
                </a:solidFill>
                <a:latin typeface="Calibri"/>
                <a:cs typeface="Calibri"/>
              </a:rPr>
              <a:t>FOREIGN</a:t>
            </a:r>
            <a:r>
              <a:rPr sz="1800" spc="-80" dirty="0">
                <a:solidFill>
                  <a:srgbClr val="FFFFFF"/>
                </a:solidFill>
                <a:latin typeface="Calibri"/>
                <a:cs typeface="Calibri"/>
              </a:rPr>
              <a:t> </a:t>
            </a:r>
            <a:r>
              <a:rPr sz="1800" dirty="0">
                <a:solidFill>
                  <a:srgbClr val="FFFFFF"/>
                </a:solidFill>
                <a:latin typeface="Calibri"/>
                <a:cs typeface="Calibri"/>
              </a:rPr>
              <a:t>KEY</a:t>
            </a:r>
            <a:r>
              <a:rPr sz="1800" spc="-45" dirty="0">
                <a:solidFill>
                  <a:srgbClr val="FFFFFF"/>
                </a:solidFill>
                <a:latin typeface="Calibri"/>
                <a:cs typeface="Calibri"/>
              </a:rPr>
              <a:t> </a:t>
            </a:r>
            <a:r>
              <a:rPr sz="1800" spc="-20" dirty="0">
                <a:solidFill>
                  <a:srgbClr val="FFFFFF"/>
                </a:solidFill>
                <a:latin typeface="Calibri"/>
                <a:cs typeface="Calibri"/>
              </a:rPr>
              <a:t>(purchase_id)</a:t>
            </a:r>
            <a:r>
              <a:rPr sz="1800" spc="-15" dirty="0">
                <a:solidFill>
                  <a:srgbClr val="FFFFFF"/>
                </a:solidFill>
                <a:latin typeface="Calibri"/>
                <a:cs typeface="Calibri"/>
              </a:rPr>
              <a:t> </a:t>
            </a:r>
            <a:r>
              <a:rPr sz="1800" dirty="0">
                <a:solidFill>
                  <a:srgbClr val="FFFFFF"/>
                </a:solidFill>
                <a:latin typeface="Calibri"/>
                <a:cs typeface="Calibri"/>
              </a:rPr>
              <a:t>REFERENCES</a:t>
            </a:r>
            <a:r>
              <a:rPr sz="1800" spc="-15" dirty="0">
                <a:solidFill>
                  <a:srgbClr val="FFFFFF"/>
                </a:solidFill>
                <a:latin typeface="Calibri"/>
                <a:cs typeface="Calibri"/>
              </a:rPr>
              <a:t> </a:t>
            </a:r>
            <a:r>
              <a:rPr sz="1800" spc="-10" dirty="0">
                <a:solidFill>
                  <a:srgbClr val="FFFFFF"/>
                </a:solidFill>
                <a:latin typeface="Calibri"/>
                <a:cs typeface="Calibri"/>
              </a:rPr>
              <a:t>purchase(purchase_id),</a:t>
            </a:r>
            <a:endParaRPr sz="1800" dirty="0">
              <a:latin typeface="Calibri"/>
              <a:cs typeface="Calibri"/>
            </a:endParaRPr>
          </a:p>
          <a:p>
            <a:pPr marL="64135">
              <a:lnSpc>
                <a:spcPct val="100000"/>
              </a:lnSpc>
              <a:tabLst>
                <a:tab pos="1716405" algn="l"/>
              </a:tabLst>
            </a:pPr>
            <a:r>
              <a:rPr sz="1800" spc="-10" dirty="0">
                <a:solidFill>
                  <a:srgbClr val="FFFFFF"/>
                </a:solidFill>
                <a:latin typeface="Calibri"/>
                <a:cs typeface="Calibri"/>
              </a:rPr>
              <a:t>zoo_id</a:t>
            </a:r>
            <a:r>
              <a:rPr sz="1800" spc="-50" dirty="0">
                <a:solidFill>
                  <a:srgbClr val="FFFFFF"/>
                </a:solidFill>
                <a:latin typeface="Calibri"/>
                <a:cs typeface="Calibri"/>
              </a:rPr>
              <a:t> </a:t>
            </a:r>
            <a:r>
              <a:rPr sz="1800" spc="-10" dirty="0">
                <a:solidFill>
                  <a:srgbClr val="FFFFFF"/>
                </a:solidFill>
                <a:latin typeface="Calibri"/>
                <a:cs typeface="Calibri"/>
              </a:rPr>
              <a:t>number,</a:t>
            </a:r>
            <a:r>
              <a:rPr sz="1800" dirty="0">
                <a:solidFill>
                  <a:srgbClr val="FFFFFF"/>
                </a:solidFill>
                <a:latin typeface="Calibri"/>
                <a:cs typeface="Calibri"/>
              </a:rPr>
              <a:t>	FOREIGN</a:t>
            </a:r>
            <a:r>
              <a:rPr sz="1800" spc="-90" dirty="0">
                <a:solidFill>
                  <a:srgbClr val="FFFFFF"/>
                </a:solidFill>
                <a:latin typeface="Calibri"/>
                <a:cs typeface="Calibri"/>
              </a:rPr>
              <a:t> </a:t>
            </a:r>
            <a:r>
              <a:rPr sz="1800" dirty="0">
                <a:solidFill>
                  <a:srgbClr val="FFFFFF"/>
                </a:solidFill>
                <a:latin typeface="Calibri"/>
                <a:cs typeface="Calibri"/>
              </a:rPr>
              <a:t>KEY</a:t>
            </a:r>
            <a:r>
              <a:rPr sz="1800" spc="-45" dirty="0">
                <a:solidFill>
                  <a:srgbClr val="FFFFFF"/>
                </a:solidFill>
                <a:latin typeface="Calibri"/>
                <a:cs typeface="Calibri"/>
              </a:rPr>
              <a:t> </a:t>
            </a:r>
            <a:r>
              <a:rPr sz="1800" spc="-10" dirty="0">
                <a:solidFill>
                  <a:srgbClr val="FFFFFF"/>
                </a:solidFill>
                <a:latin typeface="Calibri"/>
                <a:cs typeface="Calibri"/>
              </a:rPr>
              <a:t>(zoo_id)</a:t>
            </a:r>
            <a:r>
              <a:rPr sz="1800" spc="-15" dirty="0">
                <a:solidFill>
                  <a:srgbClr val="FFFFFF"/>
                </a:solidFill>
                <a:latin typeface="Calibri"/>
                <a:cs typeface="Calibri"/>
              </a:rPr>
              <a:t> </a:t>
            </a:r>
            <a:r>
              <a:rPr sz="1800" spc="-10" dirty="0">
                <a:solidFill>
                  <a:srgbClr val="FFFFFF"/>
                </a:solidFill>
                <a:latin typeface="Calibri"/>
                <a:cs typeface="Calibri"/>
              </a:rPr>
              <a:t>REFERENCES</a:t>
            </a:r>
            <a:r>
              <a:rPr sz="1800" spc="-95" dirty="0">
                <a:solidFill>
                  <a:srgbClr val="FFFFFF"/>
                </a:solidFill>
                <a:latin typeface="Calibri"/>
                <a:cs typeface="Calibri"/>
              </a:rPr>
              <a:t> </a:t>
            </a:r>
            <a:r>
              <a:rPr sz="1800" spc="-10" dirty="0">
                <a:solidFill>
                  <a:srgbClr val="FFFFFF"/>
                </a:solidFill>
                <a:latin typeface="Calibri"/>
                <a:cs typeface="Calibri"/>
              </a:rPr>
              <a:t>zoo(zoo_id));</a:t>
            </a:r>
            <a:endParaRPr sz="1800" dirty="0">
              <a:latin typeface="Calibri"/>
              <a:cs typeface="Calibri"/>
            </a:endParaRPr>
          </a:p>
          <a:p>
            <a:pPr>
              <a:lnSpc>
                <a:spcPct val="100000"/>
              </a:lnSpc>
              <a:spcBef>
                <a:spcPts val="2110"/>
              </a:spcBef>
            </a:pPr>
            <a:endParaRPr sz="1800" dirty="0">
              <a:latin typeface="Calibri"/>
              <a:cs typeface="Calibri"/>
            </a:endParaRPr>
          </a:p>
          <a:p>
            <a:pPr marL="12700">
              <a:lnSpc>
                <a:spcPct val="100000"/>
              </a:lnSpc>
            </a:pPr>
            <a:r>
              <a:rPr sz="1800" spc="-10" dirty="0">
                <a:solidFill>
                  <a:srgbClr val="FFFFFF"/>
                </a:solidFill>
                <a:latin typeface="Calibri"/>
                <a:cs typeface="Calibri"/>
              </a:rPr>
              <a:t>INSERT</a:t>
            </a:r>
            <a:r>
              <a:rPr sz="1800" spc="-4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0" dirty="0">
                <a:solidFill>
                  <a:srgbClr val="FFFFFF"/>
                </a:solidFill>
                <a:latin typeface="Calibri"/>
                <a:cs typeface="Calibri"/>
              </a:rPr>
              <a:t>ticket</a:t>
            </a:r>
            <a:r>
              <a:rPr sz="1800" spc="-40" dirty="0">
                <a:solidFill>
                  <a:srgbClr val="FFFFFF"/>
                </a:solidFill>
                <a:latin typeface="Calibri"/>
                <a:cs typeface="Calibri"/>
              </a:rPr>
              <a:t> </a:t>
            </a:r>
            <a:r>
              <a:rPr sz="1800" spc="-65" dirty="0">
                <a:solidFill>
                  <a:srgbClr val="FFFFFF"/>
                </a:solidFill>
                <a:latin typeface="Calibri"/>
                <a:cs typeface="Calibri"/>
              </a:rPr>
              <a:t>VALUES</a:t>
            </a:r>
            <a:r>
              <a:rPr sz="1800" spc="-35" dirty="0">
                <a:solidFill>
                  <a:srgbClr val="FFFFFF"/>
                </a:solidFill>
                <a:latin typeface="Calibri"/>
                <a:cs typeface="Calibri"/>
              </a:rPr>
              <a:t> </a:t>
            </a:r>
            <a:r>
              <a:rPr sz="1800" spc="-10" dirty="0">
                <a:solidFill>
                  <a:srgbClr val="FFFFFF"/>
                </a:solidFill>
                <a:latin typeface="Calibri"/>
                <a:cs typeface="Calibri"/>
              </a:rPr>
              <a:t>(9034351,</a:t>
            </a:r>
            <a:r>
              <a:rPr sz="1800" spc="-50" dirty="0">
                <a:solidFill>
                  <a:srgbClr val="FFFFFF"/>
                </a:solidFill>
                <a:latin typeface="Calibri"/>
                <a:cs typeface="Calibri"/>
              </a:rPr>
              <a:t> </a:t>
            </a:r>
            <a:r>
              <a:rPr sz="1800" spc="-10" dirty="0">
                <a:solidFill>
                  <a:srgbClr val="FFFFFF"/>
                </a:solidFill>
                <a:latin typeface="Calibri"/>
                <a:cs typeface="Calibri"/>
              </a:rPr>
              <a:t>'15-08-</a:t>
            </a:r>
            <a:r>
              <a:rPr sz="1800" dirty="0">
                <a:solidFill>
                  <a:srgbClr val="FFFFFF"/>
                </a:solidFill>
                <a:latin typeface="Calibri"/>
                <a:cs typeface="Calibri"/>
              </a:rPr>
              <a:t>2020',</a:t>
            </a:r>
            <a:r>
              <a:rPr sz="1800" spc="-5" dirty="0">
                <a:solidFill>
                  <a:srgbClr val="FFFFFF"/>
                </a:solidFill>
                <a:latin typeface="Calibri"/>
                <a:cs typeface="Calibri"/>
              </a:rPr>
              <a:t> </a:t>
            </a:r>
            <a:r>
              <a:rPr sz="1800" spc="-10" dirty="0">
                <a:solidFill>
                  <a:srgbClr val="FFFFFF"/>
                </a:solidFill>
                <a:latin typeface="Calibri"/>
                <a:cs typeface="Calibri"/>
              </a:rPr>
              <a:t>1000002,</a:t>
            </a:r>
            <a:r>
              <a:rPr sz="1800" spc="-55" dirty="0">
                <a:solidFill>
                  <a:srgbClr val="FFFFFF"/>
                </a:solidFill>
                <a:latin typeface="Calibri"/>
                <a:cs typeface="Calibri"/>
              </a:rPr>
              <a:t> </a:t>
            </a:r>
            <a:r>
              <a:rPr sz="1800" dirty="0">
                <a:solidFill>
                  <a:srgbClr val="FFFFFF"/>
                </a:solidFill>
                <a:latin typeface="Calibri"/>
                <a:cs typeface="Calibri"/>
              </a:rPr>
              <a:t>104,</a:t>
            </a:r>
            <a:r>
              <a:rPr sz="1800" spc="100" dirty="0">
                <a:solidFill>
                  <a:srgbClr val="FFFFFF"/>
                </a:solidFill>
                <a:latin typeface="Calibri"/>
                <a:cs typeface="Calibri"/>
              </a:rPr>
              <a:t> </a:t>
            </a:r>
            <a:r>
              <a:rPr sz="1800" spc="-10" dirty="0">
                <a:solidFill>
                  <a:srgbClr val="FFFFFF"/>
                </a:solidFill>
                <a:latin typeface="Calibri"/>
                <a:cs typeface="Calibri"/>
              </a:rPr>
              <a:t>10004);</a:t>
            </a:r>
            <a:endParaRPr sz="1800" dirty="0">
              <a:latin typeface="Calibri"/>
              <a:cs typeface="Calibri"/>
            </a:endParaRPr>
          </a:p>
          <a:p>
            <a:pPr marL="12700">
              <a:lnSpc>
                <a:spcPct val="100000"/>
              </a:lnSpc>
            </a:pPr>
            <a:r>
              <a:rPr sz="1800" spc="-10" dirty="0">
                <a:solidFill>
                  <a:srgbClr val="FFFFFF"/>
                </a:solidFill>
                <a:latin typeface="Calibri"/>
                <a:cs typeface="Calibri"/>
              </a:rPr>
              <a:t>INSERT</a:t>
            </a:r>
            <a:r>
              <a:rPr sz="1800" spc="-4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5" dirty="0">
                <a:solidFill>
                  <a:srgbClr val="FFFFFF"/>
                </a:solidFill>
                <a:latin typeface="Calibri"/>
                <a:cs typeface="Calibri"/>
              </a:rPr>
              <a:t>ticket</a:t>
            </a:r>
            <a:r>
              <a:rPr sz="1800" spc="-35"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(2110003, </a:t>
            </a:r>
            <a:r>
              <a:rPr sz="1800" spc="-10" dirty="0">
                <a:solidFill>
                  <a:srgbClr val="FFFFFF"/>
                </a:solidFill>
                <a:latin typeface="Calibri"/>
                <a:cs typeface="Calibri"/>
              </a:rPr>
              <a:t>'15-02-</a:t>
            </a:r>
            <a:r>
              <a:rPr sz="1800" dirty="0">
                <a:solidFill>
                  <a:srgbClr val="FFFFFF"/>
                </a:solidFill>
                <a:latin typeface="Calibri"/>
                <a:cs typeface="Calibri"/>
              </a:rPr>
              <a:t>2020', 1000003,</a:t>
            </a:r>
            <a:r>
              <a:rPr sz="1800" spc="-10" dirty="0">
                <a:solidFill>
                  <a:srgbClr val="FFFFFF"/>
                </a:solidFill>
                <a:latin typeface="Calibri"/>
                <a:cs typeface="Calibri"/>
              </a:rPr>
              <a:t> </a:t>
            </a:r>
            <a:r>
              <a:rPr sz="1800" dirty="0">
                <a:solidFill>
                  <a:srgbClr val="FFFFFF"/>
                </a:solidFill>
                <a:latin typeface="Calibri"/>
                <a:cs typeface="Calibri"/>
              </a:rPr>
              <a:t>104,</a:t>
            </a:r>
            <a:r>
              <a:rPr sz="1800" spc="30" dirty="0">
                <a:solidFill>
                  <a:srgbClr val="FFFFFF"/>
                </a:solidFill>
                <a:latin typeface="Calibri"/>
                <a:cs typeface="Calibri"/>
              </a:rPr>
              <a:t> </a:t>
            </a:r>
            <a:r>
              <a:rPr sz="1800" spc="-10" dirty="0">
                <a:solidFill>
                  <a:srgbClr val="FFFFFF"/>
                </a:solidFill>
                <a:latin typeface="Calibri"/>
                <a:cs typeface="Calibri"/>
              </a:rPr>
              <a:t>10007);I</a:t>
            </a:r>
            <a:endParaRPr sz="1800" dirty="0">
              <a:latin typeface="Calibri"/>
              <a:cs typeface="Calibri"/>
            </a:endParaRPr>
          </a:p>
          <a:p>
            <a:pPr marL="12700">
              <a:lnSpc>
                <a:spcPct val="100000"/>
              </a:lnSpc>
              <a:spcBef>
                <a:spcPts val="5"/>
              </a:spcBef>
            </a:pPr>
            <a:r>
              <a:rPr sz="1800" dirty="0">
                <a:solidFill>
                  <a:srgbClr val="FFFFFF"/>
                </a:solidFill>
                <a:latin typeface="Calibri"/>
                <a:cs typeface="Calibri"/>
              </a:rPr>
              <a:t>NSERT</a:t>
            </a:r>
            <a:r>
              <a:rPr sz="1800" spc="-85" dirty="0">
                <a:solidFill>
                  <a:srgbClr val="FFFFFF"/>
                </a:solidFill>
                <a:latin typeface="Calibri"/>
                <a:cs typeface="Calibri"/>
              </a:rPr>
              <a:t> </a:t>
            </a:r>
            <a:r>
              <a:rPr sz="1800" spc="-20" dirty="0">
                <a:solidFill>
                  <a:srgbClr val="FFFFFF"/>
                </a:solidFill>
                <a:latin typeface="Calibri"/>
                <a:cs typeface="Calibri"/>
              </a:rPr>
              <a:t>INTO</a:t>
            </a:r>
            <a:r>
              <a:rPr sz="1800" spc="-85" dirty="0">
                <a:solidFill>
                  <a:srgbClr val="FFFFFF"/>
                </a:solidFill>
                <a:latin typeface="Calibri"/>
                <a:cs typeface="Calibri"/>
              </a:rPr>
              <a:t> </a:t>
            </a:r>
            <a:r>
              <a:rPr sz="1800" spc="-25" dirty="0">
                <a:solidFill>
                  <a:srgbClr val="FFFFFF"/>
                </a:solidFill>
                <a:latin typeface="Calibri"/>
                <a:cs typeface="Calibri"/>
              </a:rPr>
              <a:t>ticket</a:t>
            </a:r>
            <a:r>
              <a:rPr sz="1800" spc="-75" dirty="0">
                <a:solidFill>
                  <a:srgbClr val="FFFFFF"/>
                </a:solidFill>
                <a:latin typeface="Calibri"/>
                <a:cs typeface="Calibri"/>
              </a:rPr>
              <a:t> </a:t>
            </a:r>
            <a:r>
              <a:rPr sz="1800" spc="-65" dirty="0">
                <a:solidFill>
                  <a:srgbClr val="FFFFFF"/>
                </a:solidFill>
                <a:latin typeface="Calibri"/>
                <a:cs typeface="Calibri"/>
              </a:rPr>
              <a:t>VALUES</a:t>
            </a:r>
            <a:r>
              <a:rPr sz="1800" spc="-35" dirty="0">
                <a:solidFill>
                  <a:srgbClr val="FFFFFF"/>
                </a:solidFill>
                <a:latin typeface="Calibri"/>
                <a:cs typeface="Calibri"/>
              </a:rPr>
              <a:t> </a:t>
            </a:r>
            <a:r>
              <a:rPr sz="1800" dirty="0">
                <a:solidFill>
                  <a:srgbClr val="FFFFFF"/>
                </a:solidFill>
                <a:latin typeface="Calibri"/>
                <a:cs typeface="Calibri"/>
              </a:rPr>
              <a:t>(6382682,</a:t>
            </a:r>
            <a:r>
              <a:rPr sz="1800" spc="-25" dirty="0">
                <a:solidFill>
                  <a:srgbClr val="FFFFFF"/>
                </a:solidFill>
                <a:latin typeface="Calibri"/>
                <a:cs typeface="Calibri"/>
              </a:rPr>
              <a:t> </a:t>
            </a:r>
            <a:r>
              <a:rPr sz="1800" spc="-10" dirty="0">
                <a:solidFill>
                  <a:srgbClr val="FFFFFF"/>
                </a:solidFill>
                <a:latin typeface="Calibri"/>
                <a:cs typeface="Calibri"/>
              </a:rPr>
              <a:t>'15-02-</a:t>
            </a:r>
            <a:r>
              <a:rPr sz="1800" dirty="0">
                <a:solidFill>
                  <a:srgbClr val="FFFFFF"/>
                </a:solidFill>
                <a:latin typeface="Calibri"/>
                <a:cs typeface="Calibri"/>
              </a:rPr>
              <a:t>2020',</a:t>
            </a:r>
            <a:r>
              <a:rPr sz="1800" spc="-30" dirty="0">
                <a:solidFill>
                  <a:srgbClr val="FFFFFF"/>
                </a:solidFill>
                <a:latin typeface="Calibri"/>
                <a:cs typeface="Calibri"/>
              </a:rPr>
              <a:t> </a:t>
            </a:r>
            <a:r>
              <a:rPr sz="1800" dirty="0">
                <a:solidFill>
                  <a:srgbClr val="FFFFFF"/>
                </a:solidFill>
                <a:latin typeface="Calibri"/>
                <a:cs typeface="Calibri"/>
              </a:rPr>
              <a:t>1000004,</a:t>
            </a:r>
            <a:r>
              <a:rPr sz="1800" spc="-35" dirty="0">
                <a:solidFill>
                  <a:srgbClr val="FFFFFF"/>
                </a:solidFill>
                <a:latin typeface="Calibri"/>
                <a:cs typeface="Calibri"/>
              </a:rPr>
              <a:t> </a:t>
            </a:r>
            <a:r>
              <a:rPr sz="1800" dirty="0">
                <a:solidFill>
                  <a:srgbClr val="FFFFFF"/>
                </a:solidFill>
                <a:latin typeface="Calibri"/>
                <a:cs typeface="Calibri"/>
              </a:rPr>
              <a:t>103, </a:t>
            </a:r>
            <a:r>
              <a:rPr sz="1800" spc="-10" dirty="0">
                <a:solidFill>
                  <a:srgbClr val="FFFFFF"/>
                </a:solidFill>
                <a:latin typeface="Calibri"/>
                <a:cs typeface="Calibri"/>
              </a:rPr>
              <a:t>10003);I</a:t>
            </a:r>
            <a:endParaRPr sz="1800" dirty="0">
              <a:latin typeface="Calibri"/>
              <a:cs typeface="Calibri"/>
            </a:endParaRPr>
          </a:p>
          <a:p>
            <a:pPr marL="12700">
              <a:lnSpc>
                <a:spcPct val="100000"/>
              </a:lnSpc>
            </a:pPr>
            <a:r>
              <a:rPr sz="1800" dirty="0">
                <a:solidFill>
                  <a:srgbClr val="FFFFFF"/>
                </a:solidFill>
                <a:latin typeface="Calibri"/>
                <a:cs typeface="Calibri"/>
              </a:rPr>
              <a:t>NSERT</a:t>
            </a:r>
            <a:r>
              <a:rPr sz="1800" spc="-40" dirty="0">
                <a:solidFill>
                  <a:srgbClr val="FFFFFF"/>
                </a:solidFill>
                <a:latin typeface="Calibri"/>
                <a:cs typeface="Calibri"/>
              </a:rPr>
              <a:t> </a:t>
            </a:r>
            <a:r>
              <a:rPr sz="1800" spc="-20" dirty="0">
                <a:solidFill>
                  <a:srgbClr val="FFFFFF"/>
                </a:solidFill>
                <a:latin typeface="Calibri"/>
                <a:cs typeface="Calibri"/>
              </a:rPr>
              <a:t>INTO</a:t>
            </a:r>
            <a:r>
              <a:rPr sz="1800" spc="-70" dirty="0">
                <a:solidFill>
                  <a:srgbClr val="FFFFFF"/>
                </a:solidFill>
                <a:latin typeface="Calibri"/>
                <a:cs typeface="Calibri"/>
              </a:rPr>
              <a:t> </a:t>
            </a:r>
            <a:r>
              <a:rPr sz="1800" spc="-25" dirty="0">
                <a:solidFill>
                  <a:srgbClr val="FFFFFF"/>
                </a:solidFill>
                <a:latin typeface="Calibri"/>
                <a:cs typeface="Calibri"/>
              </a:rPr>
              <a:t>ticket</a:t>
            </a:r>
            <a:r>
              <a:rPr sz="1800" spc="-55" dirty="0">
                <a:solidFill>
                  <a:srgbClr val="FFFFFF"/>
                </a:solidFill>
                <a:latin typeface="Calibri"/>
                <a:cs typeface="Calibri"/>
              </a:rPr>
              <a:t> </a:t>
            </a:r>
            <a:r>
              <a:rPr sz="1800" spc="-65" dirty="0">
                <a:solidFill>
                  <a:srgbClr val="FFFFFF"/>
                </a:solidFill>
                <a:latin typeface="Calibri"/>
                <a:cs typeface="Calibri"/>
              </a:rPr>
              <a:t>VALUES</a:t>
            </a:r>
            <a:r>
              <a:rPr sz="1800" spc="-35" dirty="0">
                <a:solidFill>
                  <a:srgbClr val="FFFFFF"/>
                </a:solidFill>
                <a:latin typeface="Calibri"/>
                <a:cs typeface="Calibri"/>
              </a:rPr>
              <a:t> </a:t>
            </a:r>
            <a:r>
              <a:rPr sz="1800" spc="-10" dirty="0">
                <a:solidFill>
                  <a:srgbClr val="FFFFFF"/>
                </a:solidFill>
                <a:latin typeface="Calibri"/>
                <a:cs typeface="Calibri"/>
              </a:rPr>
              <a:t>(6824217,</a:t>
            </a:r>
            <a:r>
              <a:rPr sz="1800" spc="-55" dirty="0">
                <a:solidFill>
                  <a:srgbClr val="FFFFFF"/>
                </a:solidFill>
                <a:latin typeface="Calibri"/>
                <a:cs typeface="Calibri"/>
              </a:rPr>
              <a:t> </a:t>
            </a:r>
            <a:r>
              <a:rPr sz="1800" spc="-10" dirty="0">
                <a:solidFill>
                  <a:srgbClr val="FFFFFF"/>
                </a:solidFill>
                <a:latin typeface="Calibri"/>
                <a:cs typeface="Calibri"/>
              </a:rPr>
              <a:t>'14-02-</a:t>
            </a:r>
            <a:r>
              <a:rPr sz="1800" dirty="0">
                <a:solidFill>
                  <a:srgbClr val="FFFFFF"/>
                </a:solidFill>
                <a:latin typeface="Calibri"/>
                <a:cs typeface="Calibri"/>
              </a:rPr>
              <a:t>2020',</a:t>
            </a:r>
            <a:r>
              <a:rPr sz="1800" spc="-5" dirty="0">
                <a:solidFill>
                  <a:srgbClr val="FFFFFF"/>
                </a:solidFill>
                <a:latin typeface="Calibri"/>
                <a:cs typeface="Calibri"/>
              </a:rPr>
              <a:t> </a:t>
            </a:r>
            <a:r>
              <a:rPr sz="1800" spc="-10" dirty="0">
                <a:solidFill>
                  <a:srgbClr val="FFFFFF"/>
                </a:solidFill>
                <a:latin typeface="Calibri"/>
                <a:cs typeface="Calibri"/>
              </a:rPr>
              <a:t>1000005,</a:t>
            </a:r>
            <a:r>
              <a:rPr sz="1800" spc="-55" dirty="0">
                <a:solidFill>
                  <a:srgbClr val="FFFFFF"/>
                </a:solidFill>
                <a:latin typeface="Calibri"/>
                <a:cs typeface="Calibri"/>
              </a:rPr>
              <a:t> </a:t>
            </a:r>
            <a:r>
              <a:rPr sz="1800" dirty="0">
                <a:solidFill>
                  <a:srgbClr val="FFFFFF"/>
                </a:solidFill>
                <a:latin typeface="Calibri"/>
                <a:cs typeface="Calibri"/>
              </a:rPr>
              <a:t>102,</a:t>
            </a:r>
            <a:r>
              <a:rPr sz="1800" spc="80" dirty="0">
                <a:solidFill>
                  <a:srgbClr val="FFFFFF"/>
                </a:solidFill>
                <a:latin typeface="Calibri"/>
                <a:cs typeface="Calibri"/>
              </a:rPr>
              <a:t> </a:t>
            </a:r>
            <a:r>
              <a:rPr sz="1800" spc="-10" dirty="0">
                <a:solidFill>
                  <a:srgbClr val="FFFFFF"/>
                </a:solidFill>
                <a:latin typeface="Calibri"/>
                <a:cs typeface="Calibri"/>
              </a:rPr>
              <a:t>10007);</a:t>
            </a:r>
            <a:endParaRPr sz="1800" dirty="0">
              <a:latin typeface="Calibri"/>
              <a:cs typeface="Calibri"/>
            </a:endParaRPr>
          </a:p>
          <a:p>
            <a:pPr marL="12700">
              <a:lnSpc>
                <a:spcPct val="100000"/>
              </a:lnSpc>
            </a:pPr>
            <a:r>
              <a:rPr sz="1800" spc="-10" dirty="0">
                <a:solidFill>
                  <a:srgbClr val="FFFFFF"/>
                </a:solidFill>
                <a:latin typeface="Calibri"/>
                <a:cs typeface="Calibri"/>
              </a:rPr>
              <a:t>INSERT</a:t>
            </a:r>
            <a:r>
              <a:rPr sz="1800" spc="-90"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spc="-20" dirty="0">
                <a:solidFill>
                  <a:srgbClr val="FFFFFF"/>
                </a:solidFill>
                <a:latin typeface="Calibri"/>
                <a:cs typeface="Calibri"/>
              </a:rPr>
              <a:t>ticket</a:t>
            </a:r>
            <a:r>
              <a:rPr sz="1800" spc="-6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(5193139,</a:t>
            </a:r>
            <a:r>
              <a:rPr sz="1800" spc="-20" dirty="0">
                <a:solidFill>
                  <a:srgbClr val="FFFFFF"/>
                </a:solidFill>
                <a:latin typeface="Calibri"/>
                <a:cs typeface="Calibri"/>
              </a:rPr>
              <a:t> </a:t>
            </a:r>
            <a:r>
              <a:rPr sz="1800" spc="-10" dirty="0">
                <a:solidFill>
                  <a:srgbClr val="FFFFFF"/>
                </a:solidFill>
                <a:latin typeface="Calibri"/>
                <a:cs typeface="Calibri"/>
              </a:rPr>
              <a:t>'15-02-</a:t>
            </a:r>
            <a:r>
              <a:rPr sz="1800" dirty="0">
                <a:solidFill>
                  <a:srgbClr val="FFFFFF"/>
                </a:solidFill>
                <a:latin typeface="Calibri"/>
                <a:cs typeface="Calibri"/>
              </a:rPr>
              <a:t>2020',</a:t>
            </a:r>
            <a:r>
              <a:rPr sz="1800" spc="-25" dirty="0">
                <a:solidFill>
                  <a:srgbClr val="FFFFFF"/>
                </a:solidFill>
                <a:latin typeface="Calibri"/>
                <a:cs typeface="Calibri"/>
              </a:rPr>
              <a:t> </a:t>
            </a:r>
            <a:r>
              <a:rPr sz="1800" dirty="0">
                <a:solidFill>
                  <a:srgbClr val="FFFFFF"/>
                </a:solidFill>
                <a:latin typeface="Calibri"/>
                <a:cs typeface="Calibri"/>
              </a:rPr>
              <a:t>1000006,</a:t>
            </a:r>
            <a:r>
              <a:rPr sz="1800" spc="-30" dirty="0">
                <a:solidFill>
                  <a:srgbClr val="FFFFFF"/>
                </a:solidFill>
                <a:latin typeface="Calibri"/>
                <a:cs typeface="Calibri"/>
              </a:rPr>
              <a:t> </a:t>
            </a:r>
            <a:r>
              <a:rPr sz="1800" dirty="0">
                <a:solidFill>
                  <a:srgbClr val="FFFFFF"/>
                </a:solidFill>
                <a:latin typeface="Calibri"/>
                <a:cs typeface="Calibri"/>
              </a:rPr>
              <a:t>103, </a:t>
            </a:r>
            <a:r>
              <a:rPr sz="1800" spc="-10" dirty="0">
                <a:solidFill>
                  <a:srgbClr val="FFFFFF"/>
                </a:solidFill>
                <a:latin typeface="Calibri"/>
                <a:cs typeface="Calibri"/>
              </a:rPr>
              <a:t>10009);</a:t>
            </a:r>
            <a:endParaRPr sz="1800" dirty="0">
              <a:latin typeface="Calibri"/>
              <a:cs typeface="Calibri"/>
            </a:endParaRPr>
          </a:p>
          <a:p>
            <a:pPr marL="12700">
              <a:lnSpc>
                <a:spcPct val="100000"/>
              </a:lnSpc>
            </a:pPr>
            <a:r>
              <a:rPr sz="1800" spc="-10" dirty="0">
                <a:solidFill>
                  <a:srgbClr val="FFFFFF"/>
                </a:solidFill>
                <a:latin typeface="Calibri"/>
                <a:cs typeface="Calibri"/>
              </a:rPr>
              <a:t>INSERT</a:t>
            </a:r>
            <a:r>
              <a:rPr sz="1800" spc="-4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0" dirty="0">
                <a:solidFill>
                  <a:srgbClr val="FFFFFF"/>
                </a:solidFill>
                <a:latin typeface="Calibri"/>
                <a:cs typeface="Calibri"/>
              </a:rPr>
              <a:t>ticket</a:t>
            </a:r>
            <a:r>
              <a:rPr sz="1800" spc="-40" dirty="0">
                <a:solidFill>
                  <a:srgbClr val="FFFFFF"/>
                </a:solidFill>
                <a:latin typeface="Calibri"/>
                <a:cs typeface="Calibri"/>
              </a:rPr>
              <a:t> </a:t>
            </a:r>
            <a:r>
              <a:rPr sz="1800" spc="-65" dirty="0">
                <a:solidFill>
                  <a:srgbClr val="FFFFFF"/>
                </a:solidFill>
                <a:latin typeface="Calibri"/>
                <a:cs typeface="Calibri"/>
              </a:rPr>
              <a:t>VALUES</a:t>
            </a:r>
            <a:r>
              <a:rPr sz="1800" spc="-35" dirty="0">
                <a:solidFill>
                  <a:srgbClr val="FFFFFF"/>
                </a:solidFill>
                <a:latin typeface="Calibri"/>
                <a:cs typeface="Calibri"/>
              </a:rPr>
              <a:t> </a:t>
            </a:r>
            <a:r>
              <a:rPr sz="1800" spc="-10" dirty="0">
                <a:solidFill>
                  <a:srgbClr val="FFFFFF"/>
                </a:solidFill>
                <a:latin typeface="Calibri"/>
                <a:cs typeface="Calibri"/>
              </a:rPr>
              <a:t>(5542291,</a:t>
            </a:r>
            <a:r>
              <a:rPr sz="1800" spc="-50" dirty="0">
                <a:solidFill>
                  <a:srgbClr val="FFFFFF"/>
                </a:solidFill>
                <a:latin typeface="Calibri"/>
                <a:cs typeface="Calibri"/>
              </a:rPr>
              <a:t> </a:t>
            </a:r>
            <a:r>
              <a:rPr sz="1800" spc="-10" dirty="0">
                <a:solidFill>
                  <a:srgbClr val="FFFFFF"/>
                </a:solidFill>
                <a:latin typeface="Calibri"/>
                <a:cs typeface="Calibri"/>
              </a:rPr>
              <a:t>'14-02-</a:t>
            </a:r>
            <a:r>
              <a:rPr sz="1800" dirty="0">
                <a:solidFill>
                  <a:srgbClr val="FFFFFF"/>
                </a:solidFill>
                <a:latin typeface="Calibri"/>
                <a:cs typeface="Calibri"/>
              </a:rPr>
              <a:t>2020',</a:t>
            </a:r>
            <a:r>
              <a:rPr sz="1800" spc="-5" dirty="0">
                <a:solidFill>
                  <a:srgbClr val="FFFFFF"/>
                </a:solidFill>
                <a:latin typeface="Calibri"/>
                <a:cs typeface="Calibri"/>
              </a:rPr>
              <a:t> </a:t>
            </a:r>
            <a:r>
              <a:rPr sz="1800" spc="-10" dirty="0">
                <a:solidFill>
                  <a:srgbClr val="FFFFFF"/>
                </a:solidFill>
                <a:latin typeface="Calibri"/>
                <a:cs typeface="Calibri"/>
              </a:rPr>
              <a:t>1000007,</a:t>
            </a:r>
            <a:r>
              <a:rPr sz="1800" spc="-55" dirty="0">
                <a:solidFill>
                  <a:srgbClr val="FFFFFF"/>
                </a:solidFill>
                <a:latin typeface="Calibri"/>
                <a:cs typeface="Calibri"/>
              </a:rPr>
              <a:t> </a:t>
            </a:r>
            <a:r>
              <a:rPr sz="1800" dirty="0">
                <a:solidFill>
                  <a:srgbClr val="FFFFFF"/>
                </a:solidFill>
                <a:latin typeface="Calibri"/>
                <a:cs typeface="Calibri"/>
              </a:rPr>
              <a:t>102,</a:t>
            </a:r>
            <a:r>
              <a:rPr sz="1800" spc="100" dirty="0">
                <a:solidFill>
                  <a:srgbClr val="FFFFFF"/>
                </a:solidFill>
                <a:latin typeface="Calibri"/>
                <a:cs typeface="Calibri"/>
              </a:rPr>
              <a:t> </a:t>
            </a:r>
            <a:r>
              <a:rPr sz="1800" spc="-10" dirty="0">
                <a:solidFill>
                  <a:srgbClr val="FFFFFF"/>
                </a:solidFill>
                <a:latin typeface="Calibri"/>
                <a:cs typeface="Calibri"/>
              </a:rPr>
              <a:t>10003);</a:t>
            </a:r>
            <a:endParaRPr sz="1800" dirty="0">
              <a:latin typeface="Calibri"/>
              <a:cs typeface="Calibri"/>
            </a:endParaRPr>
          </a:p>
          <a:p>
            <a:pPr marL="12700">
              <a:lnSpc>
                <a:spcPct val="100000"/>
              </a:lnSpc>
            </a:pPr>
            <a:r>
              <a:rPr sz="1800" spc="-10" dirty="0">
                <a:solidFill>
                  <a:srgbClr val="FFFFFF"/>
                </a:solidFill>
                <a:latin typeface="Calibri"/>
                <a:cs typeface="Calibri"/>
              </a:rPr>
              <a:t>INSERT</a:t>
            </a:r>
            <a:r>
              <a:rPr sz="1800" spc="-90"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spc="-20" dirty="0">
                <a:solidFill>
                  <a:srgbClr val="FFFFFF"/>
                </a:solidFill>
                <a:latin typeface="Calibri"/>
                <a:cs typeface="Calibri"/>
              </a:rPr>
              <a:t>ticket</a:t>
            </a:r>
            <a:r>
              <a:rPr sz="1800" spc="-6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(2580752,</a:t>
            </a:r>
            <a:r>
              <a:rPr sz="1800" spc="-20" dirty="0">
                <a:solidFill>
                  <a:srgbClr val="FFFFFF"/>
                </a:solidFill>
                <a:latin typeface="Calibri"/>
                <a:cs typeface="Calibri"/>
              </a:rPr>
              <a:t> </a:t>
            </a:r>
            <a:r>
              <a:rPr sz="1800" spc="-10" dirty="0">
                <a:solidFill>
                  <a:srgbClr val="FFFFFF"/>
                </a:solidFill>
                <a:latin typeface="Calibri"/>
                <a:cs typeface="Calibri"/>
              </a:rPr>
              <a:t>'14-02-</a:t>
            </a:r>
            <a:r>
              <a:rPr sz="1800" dirty="0">
                <a:solidFill>
                  <a:srgbClr val="FFFFFF"/>
                </a:solidFill>
                <a:latin typeface="Calibri"/>
                <a:cs typeface="Calibri"/>
              </a:rPr>
              <a:t>2020',</a:t>
            </a:r>
            <a:r>
              <a:rPr sz="1800" spc="-25" dirty="0">
                <a:solidFill>
                  <a:srgbClr val="FFFFFF"/>
                </a:solidFill>
                <a:latin typeface="Calibri"/>
                <a:cs typeface="Calibri"/>
              </a:rPr>
              <a:t> </a:t>
            </a:r>
            <a:r>
              <a:rPr sz="1800" dirty="0">
                <a:solidFill>
                  <a:srgbClr val="FFFFFF"/>
                </a:solidFill>
                <a:latin typeface="Calibri"/>
                <a:cs typeface="Calibri"/>
              </a:rPr>
              <a:t>1000008,</a:t>
            </a:r>
            <a:r>
              <a:rPr sz="1800" spc="-30" dirty="0">
                <a:solidFill>
                  <a:srgbClr val="FFFFFF"/>
                </a:solidFill>
                <a:latin typeface="Calibri"/>
                <a:cs typeface="Calibri"/>
              </a:rPr>
              <a:t> </a:t>
            </a:r>
            <a:r>
              <a:rPr sz="1800" dirty="0">
                <a:solidFill>
                  <a:srgbClr val="FFFFFF"/>
                </a:solidFill>
                <a:latin typeface="Calibri"/>
                <a:cs typeface="Calibri"/>
              </a:rPr>
              <a:t>104, </a:t>
            </a:r>
            <a:r>
              <a:rPr sz="1800" spc="-10" dirty="0">
                <a:solidFill>
                  <a:srgbClr val="FFFFFF"/>
                </a:solidFill>
                <a:latin typeface="Calibri"/>
                <a:cs typeface="Calibri"/>
              </a:rPr>
              <a:t>10007);</a:t>
            </a:r>
            <a:endParaRPr sz="1800" dirty="0">
              <a:latin typeface="Calibri"/>
              <a:cs typeface="Calibri"/>
            </a:endParaRPr>
          </a:p>
          <a:p>
            <a:pPr marL="12700">
              <a:lnSpc>
                <a:spcPct val="100000"/>
              </a:lnSpc>
            </a:pPr>
            <a:r>
              <a:rPr sz="1800" spc="-10" dirty="0">
                <a:solidFill>
                  <a:srgbClr val="FFFFFF"/>
                </a:solidFill>
                <a:latin typeface="Calibri"/>
                <a:cs typeface="Calibri"/>
              </a:rPr>
              <a:t>INSERT</a:t>
            </a:r>
            <a:r>
              <a:rPr sz="1800" spc="-4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5" dirty="0">
                <a:solidFill>
                  <a:srgbClr val="FFFFFF"/>
                </a:solidFill>
                <a:latin typeface="Calibri"/>
                <a:cs typeface="Calibri"/>
              </a:rPr>
              <a:t>ticket</a:t>
            </a:r>
            <a:r>
              <a:rPr sz="1800" spc="-35"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(9154961, </a:t>
            </a:r>
            <a:r>
              <a:rPr sz="1800" spc="-10" dirty="0">
                <a:solidFill>
                  <a:srgbClr val="FFFFFF"/>
                </a:solidFill>
                <a:latin typeface="Calibri"/>
                <a:cs typeface="Calibri"/>
              </a:rPr>
              <a:t>'15-02-</a:t>
            </a:r>
            <a:r>
              <a:rPr sz="1800" dirty="0">
                <a:solidFill>
                  <a:srgbClr val="FFFFFF"/>
                </a:solidFill>
                <a:latin typeface="Calibri"/>
                <a:cs typeface="Calibri"/>
              </a:rPr>
              <a:t>2020', 1000009,</a:t>
            </a:r>
            <a:r>
              <a:rPr sz="1800" spc="-10" dirty="0">
                <a:solidFill>
                  <a:srgbClr val="FFFFFF"/>
                </a:solidFill>
                <a:latin typeface="Calibri"/>
                <a:cs typeface="Calibri"/>
              </a:rPr>
              <a:t> </a:t>
            </a:r>
            <a:r>
              <a:rPr sz="1800" dirty="0">
                <a:solidFill>
                  <a:srgbClr val="FFFFFF"/>
                </a:solidFill>
                <a:latin typeface="Calibri"/>
                <a:cs typeface="Calibri"/>
              </a:rPr>
              <a:t>102,</a:t>
            </a:r>
            <a:r>
              <a:rPr sz="1800" spc="30" dirty="0">
                <a:solidFill>
                  <a:srgbClr val="FFFFFF"/>
                </a:solidFill>
                <a:latin typeface="Calibri"/>
                <a:cs typeface="Calibri"/>
              </a:rPr>
              <a:t> </a:t>
            </a:r>
            <a:r>
              <a:rPr sz="1800" spc="-10" dirty="0">
                <a:solidFill>
                  <a:srgbClr val="FFFFFF"/>
                </a:solidFill>
                <a:latin typeface="Calibri"/>
                <a:cs typeface="Calibri"/>
              </a:rPr>
              <a:t>10007);</a:t>
            </a:r>
            <a:endParaRPr sz="1800" dirty="0">
              <a:latin typeface="Calibri"/>
              <a:cs typeface="Calibri"/>
            </a:endParaRPr>
          </a:p>
          <a:p>
            <a:pPr marL="12700">
              <a:lnSpc>
                <a:spcPct val="100000"/>
              </a:lnSpc>
            </a:pPr>
            <a:r>
              <a:rPr sz="1800" spc="-10" dirty="0">
                <a:solidFill>
                  <a:srgbClr val="FFFFFF"/>
                </a:solidFill>
                <a:latin typeface="Calibri"/>
                <a:cs typeface="Calibri"/>
              </a:rPr>
              <a:t>INSERT</a:t>
            </a:r>
            <a:r>
              <a:rPr sz="1800" spc="-45" dirty="0">
                <a:solidFill>
                  <a:srgbClr val="FFFFFF"/>
                </a:solidFill>
                <a:latin typeface="Calibri"/>
                <a:cs typeface="Calibri"/>
              </a:rPr>
              <a:t> </a:t>
            </a:r>
            <a:r>
              <a:rPr sz="1800" spc="-20" dirty="0">
                <a:solidFill>
                  <a:srgbClr val="FFFFFF"/>
                </a:solidFill>
                <a:latin typeface="Calibri"/>
                <a:cs typeface="Calibri"/>
              </a:rPr>
              <a:t>INTO</a:t>
            </a:r>
            <a:r>
              <a:rPr sz="1800" spc="-65" dirty="0">
                <a:solidFill>
                  <a:srgbClr val="FFFFFF"/>
                </a:solidFill>
                <a:latin typeface="Calibri"/>
                <a:cs typeface="Calibri"/>
              </a:rPr>
              <a:t> </a:t>
            </a:r>
            <a:r>
              <a:rPr sz="1800" spc="-20" dirty="0">
                <a:solidFill>
                  <a:srgbClr val="FFFFFF"/>
                </a:solidFill>
                <a:latin typeface="Calibri"/>
                <a:cs typeface="Calibri"/>
              </a:rPr>
              <a:t>ticket</a:t>
            </a:r>
            <a:r>
              <a:rPr sz="1800" spc="-40" dirty="0">
                <a:solidFill>
                  <a:srgbClr val="FFFFFF"/>
                </a:solidFill>
                <a:latin typeface="Calibri"/>
                <a:cs typeface="Calibri"/>
              </a:rPr>
              <a:t> </a:t>
            </a:r>
            <a:r>
              <a:rPr sz="1800" spc="-65" dirty="0">
                <a:solidFill>
                  <a:srgbClr val="FFFFFF"/>
                </a:solidFill>
                <a:latin typeface="Calibri"/>
                <a:cs typeface="Calibri"/>
              </a:rPr>
              <a:t>VALUES</a:t>
            </a:r>
            <a:r>
              <a:rPr sz="1800" spc="-35" dirty="0">
                <a:solidFill>
                  <a:srgbClr val="FFFFFF"/>
                </a:solidFill>
                <a:latin typeface="Calibri"/>
                <a:cs typeface="Calibri"/>
              </a:rPr>
              <a:t> </a:t>
            </a:r>
            <a:r>
              <a:rPr sz="1800" spc="-10" dirty="0">
                <a:solidFill>
                  <a:srgbClr val="FFFFFF"/>
                </a:solidFill>
                <a:latin typeface="Calibri"/>
                <a:cs typeface="Calibri"/>
              </a:rPr>
              <a:t>(8391607,</a:t>
            </a:r>
            <a:r>
              <a:rPr sz="1800" spc="-50" dirty="0">
                <a:solidFill>
                  <a:srgbClr val="FFFFFF"/>
                </a:solidFill>
                <a:latin typeface="Calibri"/>
                <a:cs typeface="Calibri"/>
              </a:rPr>
              <a:t> </a:t>
            </a:r>
            <a:r>
              <a:rPr sz="1800" spc="-10" dirty="0">
                <a:solidFill>
                  <a:srgbClr val="FFFFFF"/>
                </a:solidFill>
                <a:latin typeface="Calibri"/>
                <a:cs typeface="Calibri"/>
              </a:rPr>
              <a:t>'14-02-</a:t>
            </a:r>
            <a:r>
              <a:rPr sz="1800" dirty="0">
                <a:solidFill>
                  <a:srgbClr val="FFFFFF"/>
                </a:solidFill>
                <a:latin typeface="Calibri"/>
                <a:cs typeface="Calibri"/>
              </a:rPr>
              <a:t>2020',</a:t>
            </a:r>
            <a:r>
              <a:rPr sz="1800" spc="-5" dirty="0">
                <a:solidFill>
                  <a:srgbClr val="FFFFFF"/>
                </a:solidFill>
                <a:latin typeface="Calibri"/>
                <a:cs typeface="Calibri"/>
              </a:rPr>
              <a:t> </a:t>
            </a:r>
            <a:r>
              <a:rPr sz="1800" spc="-10" dirty="0">
                <a:solidFill>
                  <a:srgbClr val="FFFFFF"/>
                </a:solidFill>
                <a:latin typeface="Calibri"/>
                <a:cs typeface="Calibri"/>
              </a:rPr>
              <a:t>1000010,</a:t>
            </a:r>
            <a:r>
              <a:rPr sz="1800" spc="-55" dirty="0">
                <a:solidFill>
                  <a:srgbClr val="FFFFFF"/>
                </a:solidFill>
                <a:latin typeface="Calibri"/>
                <a:cs typeface="Calibri"/>
              </a:rPr>
              <a:t> </a:t>
            </a:r>
            <a:r>
              <a:rPr sz="1800" dirty="0">
                <a:solidFill>
                  <a:srgbClr val="FFFFFF"/>
                </a:solidFill>
                <a:latin typeface="Calibri"/>
                <a:cs typeface="Calibri"/>
              </a:rPr>
              <a:t>101,</a:t>
            </a:r>
            <a:r>
              <a:rPr sz="1800" spc="100" dirty="0">
                <a:solidFill>
                  <a:srgbClr val="FFFFFF"/>
                </a:solidFill>
                <a:latin typeface="Calibri"/>
                <a:cs typeface="Calibri"/>
              </a:rPr>
              <a:t> </a:t>
            </a:r>
            <a:r>
              <a:rPr sz="1800" spc="-10" dirty="0">
                <a:solidFill>
                  <a:srgbClr val="FFFFFF"/>
                </a:solidFill>
                <a:latin typeface="Calibri"/>
                <a:cs typeface="Calibri"/>
              </a:rPr>
              <a:t>10007);</a:t>
            </a:r>
            <a:endParaRPr sz="1800" dirty="0">
              <a:latin typeface="Calibri"/>
              <a:cs typeface="Calibri"/>
            </a:endParaRPr>
          </a:p>
          <a:p>
            <a:pPr marL="12700">
              <a:lnSpc>
                <a:spcPct val="100000"/>
              </a:lnSpc>
            </a:pPr>
            <a:r>
              <a:rPr sz="1800" spc="-10" dirty="0">
                <a:solidFill>
                  <a:srgbClr val="FFFFFF"/>
                </a:solidFill>
                <a:latin typeface="Calibri"/>
                <a:cs typeface="Calibri"/>
              </a:rPr>
              <a:t>INSERT</a:t>
            </a:r>
            <a:r>
              <a:rPr sz="1800" spc="-90" dirty="0">
                <a:solidFill>
                  <a:srgbClr val="FFFFFF"/>
                </a:solidFill>
                <a:latin typeface="Calibri"/>
                <a:cs typeface="Calibri"/>
              </a:rPr>
              <a:t> </a:t>
            </a:r>
            <a:r>
              <a:rPr sz="1800" spc="-20" dirty="0">
                <a:solidFill>
                  <a:srgbClr val="FFFFFF"/>
                </a:solidFill>
                <a:latin typeface="Calibri"/>
                <a:cs typeface="Calibri"/>
              </a:rPr>
              <a:t>INTO</a:t>
            </a:r>
            <a:r>
              <a:rPr sz="1800" spc="-80" dirty="0">
                <a:solidFill>
                  <a:srgbClr val="FFFFFF"/>
                </a:solidFill>
                <a:latin typeface="Calibri"/>
                <a:cs typeface="Calibri"/>
              </a:rPr>
              <a:t> </a:t>
            </a:r>
            <a:r>
              <a:rPr sz="1800" spc="-20" dirty="0">
                <a:solidFill>
                  <a:srgbClr val="FFFFFF"/>
                </a:solidFill>
                <a:latin typeface="Calibri"/>
                <a:cs typeface="Calibri"/>
              </a:rPr>
              <a:t>ticket</a:t>
            </a:r>
            <a:r>
              <a:rPr sz="1800" spc="-6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(1329791,</a:t>
            </a:r>
            <a:r>
              <a:rPr sz="1800" spc="-20" dirty="0">
                <a:solidFill>
                  <a:srgbClr val="FFFFFF"/>
                </a:solidFill>
                <a:latin typeface="Calibri"/>
                <a:cs typeface="Calibri"/>
              </a:rPr>
              <a:t> </a:t>
            </a:r>
            <a:r>
              <a:rPr sz="1800" spc="-10" dirty="0">
                <a:solidFill>
                  <a:srgbClr val="FFFFFF"/>
                </a:solidFill>
                <a:latin typeface="Calibri"/>
                <a:cs typeface="Calibri"/>
              </a:rPr>
              <a:t>'14-02-</a:t>
            </a:r>
            <a:r>
              <a:rPr sz="1800" dirty="0">
                <a:solidFill>
                  <a:srgbClr val="FFFFFF"/>
                </a:solidFill>
                <a:latin typeface="Calibri"/>
                <a:cs typeface="Calibri"/>
              </a:rPr>
              <a:t>2020',</a:t>
            </a:r>
            <a:r>
              <a:rPr sz="1800" spc="-25" dirty="0">
                <a:solidFill>
                  <a:srgbClr val="FFFFFF"/>
                </a:solidFill>
                <a:latin typeface="Calibri"/>
                <a:cs typeface="Calibri"/>
              </a:rPr>
              <a:t> </a:t>
            </a:r>
            <a:r>
              <a:rPr sz="1800" dirty="0">
                <a:solidFill>
                  <a:srgbClr val="FFFFFF"/>
                </a:solidFill>
                <a:latin typeface="Calibri"/>
                <a:cs typeface="Calibri"/>
              </a:rPr>
              <a:t>1000011,</a:t>
            </a:r>
            <a:r>
              <a:rPr sz="1800" spc="-30" dirty="0">
                <a:solidFill>
                  <a:srgbClr val="FFFFFF"/>
                </a:solidFill>
                <a:latin typeface="Calibri"/>
                <a:cs typeface="Calibri"/>
              </a:rPr>
              <a:t> </a:t>
            </a:r>
            <a:r>
              <a:rPr sz="1800" dirty="0">
                <a:solidFill>
                  <a:srgbClr val="FFFFFF"/>
                </a:solidFill>
                <a:latin typeface="Calibri"/>
                <a:cs typeface="Calibri"/>
              </a:rPr>
              <a:t>102, </a:t>
            </a:r>
            <a:r>
              <a:rPr sz="1800" spc="-10" dirty="0">
                <a:solidFill>
                  <a:srgbClr val="FFFFFF"/>
                </a:solidFill>
                <a:latin typeface="Calibri"/>
                <a:cs typeface="Calibri"/>
              </a:rPr>
              <a:t>10007);</a:t>
            </a:r>
            <a:endParaRPr sz="1800" dirty="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B97B58C-99A6-8FEA-D7F6-8841D7B6E62B}"/>
              </a:ext>
            </a:extLst>
          </p:cNvPr>
          <p:cNvPicPr>
            <a:picLocks noChangeAspect="1"/>
          </p:cNvPicPr>
          <p:nvPr/>
        </p:nvPicPr>
        <p:blipFill>
          <a:blip r:embed="rId2"/>
          <a:stretch>
            <a:fillRect/>
          </a:stretch>
        </p:blipFill>
        <p:spPr>
          <a:xfrm>
            <a:off x="2901590" y="1600201"/>
            <a:ext cx="5099676" cy="29195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56512" y="1040129"/>
            <a:ext cx="6375400" cy="436880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alibri"/>
                <a:cs typeface="Calibri"/>
              </a:rPr>
              <a:t>create</a:t>
            </a:r>
            <a:r>
              <a:rPr sz="1800" spc="-80" dirty="0">
                <a:solidFill>
                  <a:srgbClr val="FFFFFF"/>
                </a:solidFill>
                <a:latin typeface="Calibri"/>
                <a:cs typeface="Calibri"/>
              </a:rPr>
              <a:t> </a:t>
            </a:r>
            <a:r>
              <a:rPr sz="1800" dirty="0">
                <a:solidFill>
                  <a:srgbClr val="FFFFFF"/>
                </a:solidFill>
                <a:latin typeface="Calibri"/>
                <a:cs typeface="Calibri"/>
              </a:rPr>
              <a:t>table</a:t>
            </a:r>
            <a:r>
              <a:rPr sz="1800" spc="-15" dirty="0">
                <a:solidFill>
                  <a:srgbClr val="FFFFFF"/>
                </a:solidFill>
                <a:latin typeface="Calibri"/>
                <a:cs typeface="Calibri"/>
              </a:rPr>
              <a:t> </a:t>
            </a:r>
            <a:r>
              <a:rPr sz="1800" spc="-10" dirty="0">
                <a:solidFill>
                  <a:srgbClr val="FFFFFF"/>
                </a:solidFill>
                <a:latin typeface="Calibri"/>
                <a:cs typeface="Calibri"/>
              </a:rPr>
              <a:t>looks_after(</a:t>
            </a:r>
            <a:endParaRPr sz="1800" dirty="0">
              <a:latin typeface="Calibri"/>
              <a:cs typeface="Calibri"/>
            </a:endParaRPr>
          </a:p>
          <a:p>
            <a:pPr marL="116205">
              <a:lnSpc>
                <a:spcPct val="100000"/>
              </a:lnSpc>
            </a:pPr>
            <a:r>
              <a:rPr sz="1800" dirty="0" err="1">
                <a:solidFill>
                  <a:srgbClr val="FFFFFF"/>
                </a:solidFill>
                <a:latin typeface="Calibri"/>
                <a:cs typeface="Calibri"/>
              </a:rPr>
              <a:t>animal_id</a:t>
            </a:r>
            <a:r>
              <a:rPr sz="1800" spc="-25" dirty="0">
                <a:solidFill>
                  <a:srgbClr val="FFFFFF"/>
                </a:solidFill>
                <a:latin typeface="Calibri"/>
                <a:cs typeface="Calibri"/>
              </a:rPr>
              <a:t> </a:t>
            </a:r>
            <a:r>
              <a:rPr lang="en-US" spc="-10" dirty="0">
                <a:solidFill>
                  <a:srgbClr val="FFFFFF"/>
                </a:solidFill>
                <a:latin typeface="Calibri"/>
                <a:cs typeface="Calibri"/>
              </a:rPr>
              <a:t>INT</a:t>
            </a:r>
            <a:r>
              <a:rPr sz="1800" spc="-10" dirty="0">
                <a:solidFill>
                  <a:srgbClr val="FFFFFF"/>
                </a:solidFill>
                <a:latin typeface="Calibri"/>
                <a:cs typeface="Calibri"/>
              </a:rPr>
              <a:t>,</a:t>
            </a:r>
            <a:endParaRPr sz="1800" dirty="0">
              <a:latin typeface="Calibri"/>
              <a:cs typeface="Calibri"/>
            </a:endParaRPr>
          </a:p>
          <a:p>
            <a:pPr marL="64135" marR="1032510" indent="-52069">
              <a:lnSpc>
                <a:spcPct val="100000"/>
              </a:lnSpc>
            </a:pPr>
            <a:r>
              <a:rPr sz="1800" dirty="0">
                <a:solidFill>
                  <a:srgbClr val="FFFFFF"/>
                </a:solidFill>
                <a:latin typeface="Calibri"/>
                <a:cs typeface="Calibri"/>
              </a:rPr>
              <a:t>FOREIGN</a:t>
            </a:r>
            <a:r>
              <a:rPr sz="1800" spc="-45" dirty="0">
                <a:solidFill>
                  <a:srgbClr val="FFFFFF"/>
                </a:solidFill>
                <a:latin typeface="Calibri"/>
                <a:cs typeface="Calibri"/>
              </a:rPr>
              <a:t> </a:t>
            </a:r>
            <a:r>
              <a:rPr sz="1800" dirty="0">
                <a:solidFill>
                  <a:srgbClr val="FFFFFF"/>
                </a:solidFill>
                <a:latin typeface="Calibri"/>
                <a:cs typeface="Calibri"/>
              </a:rPr>
              <a:t>kEY</a:t>
            </a:r>
            <a:r>
              <a:rPr sz="1800" spc="-15" dirty="0">
                <a:solidFill>
                  <a:srgbClr val="FFFFFF"/>
                </a:solidFill>
                <a:latin typeface="Calibri"/>
                <a:cs typeface="Calibri"/>
              </a:rPr>
              <a:t> </a:t>
            </a:r>
            <a:r>
              <a:rPr sz="1800" spc="-10" dirty="0">
                <a:solidFill>
                  <a:srgbClr val="FFFFFF"/>
                </a:solidFill>
                <a:latin typeface="Calibri"/>
                <a:cs typeface="Calibri"/>
              </a:rPr>
              <a:t>(animal_id)</a:t>
            </a:r>
            <a:r>
              <a:rPr sz="1800" spc="-45" dirty="0">
                <a:solidFill>
                  <a:srgbClr val="FFFFFF"/>
                </a:solidFill>
                <a:latin typeface="Calibri"/>
                <a:cs typeface="Calibri"/>
              </a:rPr>
              <a:t> </a:t>
            </a:r>
            <a:r>
              <a:rPr sz="1800" spc="-10" dirty="0">
                <a:solidFill>
                  <a:srgbClr val="FFFFFF"/>
                </a:solidFill>
                <a:latin typeface="Calibri"/>
                <a:cs typeface="Calibri"/>
              </a:rPr>
              <a:t>REFERENCES</a:t>
            </a:r>
            <a:r>
              <a:rPr sz="1800" spc="-60" dirty="0">
                <a:solidFill>
                  <a:srgbClr val="FFFFFF"/>
                </a:solidFill>
                <a:latin typeface="Calibri"/>
                <a:cs typeface="Calibri"/>
              </a:rPr>
              <a:t> </a:t>
            </a:r>
            <a:r>
              <a:rPr sz="1800" spc="-10" dirty="0">
                <a:solidFill>
                  <a:srgbClr val="FFFFFF"/>
                </a:solidFill>
                <a:latin typeface="Calibri"/>
                <a:cs typeface="Calibri"/>
              </a:rPr>
              <a:t>animal(animal_id), </a:t>
            </a:r>
            <a:r>
              <a:rPr sz="1800" dirty="0">
                <a:solidFill>
                  <a:srgbClr val="FFFFFF"/>
                </a:solidFill>
                <a:latin typeface="Calibri"/>
                <a:cs typeface="Calibri"/>
              </a:rPr>
              <a:t>FOREIGN</a:t>
            </a:r>
            <a:r>
              <a:rPr sz="1800" spc="-65" dirty="0">
                <a:solidFill>
                  <a:srgbClr val="FFFFFF"/>
                </a:solidFill>
                <a:latin typeface="Calibri"/>
                <a:cs typeface="Calibri"/>
              </a:rPr>
              <a:t> </a:t>
            </a:r>
            <a:r>
              <a:rPr sz="1800" dirty="0">
                <a:solidFill>
                  <a:srgbClr val="FFFFFF"/>
                </a:solidFill>
                <a:latin typeface="Calibri"/>
                <a:cs typeface="Calibri"/>
              </a:rPr>
              <a:t>KEY</a:t>
            </a:r>
            <a:r>
              <a:rPr sz="1800" spc="-35" dirty="0">
                <a:solidFill>
                  <a:srgbClr val="FFFFFF"/>
                </a:solidFill>
                <a:latin typeface="Calibri"/>
                <a:cs typeface="Calibri"/>
              </a:rPr>
              <a:t> </a:t>
            </a:r>
            <a:r>
              <a:rPr sz="1800" dirty="0">
                <a:solidFill>
                  <a:srgbClr val="FFFFFF"/>
                </a:solidFill>
                <a:latin typeface="Calibri"/>
                <a:cs typeface="Calibri"/>
              </a:rPr>
              <a:t>(emp_id)</a:t>
            </a:r>
            <a:r>
              <a:rPr sz="1800" spc="-45" dirty="0">
                <a:solidFill>
                  <a:srgbClr val="FFFFFF"/>
                </a:solidFill>
                <a:latin typeface="Calibri"/>
                <a:cs typeface="Calibri"/>
              </a:rPr>
              <a:t> </a:t>
            </a:r>
            <a:r>
              <a:rPr sz="1800" spc="-10" dirty="0">
                <a:solidFill>
                  <a:srgbClr val="FFFFFF"/>
                </a:solidFill>
                <a:latin typeface="Calibri"/>
                <a:cs typeface="Calibri"/>
              </a:rPr>
              <a:t>REFERENCES</a:t>
            </a:r>
            <a:r>
              <a:rPr sz="1800" spc="-85" dirty="0">
                <a:solidFill>
                  <a:srgbClr val="FFFFFF"/>
                </a:solidFill>
                <a:latin typeface="Calibri"/>
                <a:cs typeface="Calibri"/>
              </a:rPr>
              <a:t> </a:t>
            </a:r>
            <a:r>
              <a:rPr sz="1800" spc="-10" dirty="0">
                <a:solidFill>
                  <a:srgbClr val="FFFFFF"/>
                </a:solidFill>
                <a:latin typeface="Calibri"/>
                <a:cs typeface="Calibri"/>
              </a:rPr>
              <a:t>employee(emp_id));</a:t>
            </a:r>
            <a:endParaRPr sz="1800" dirty="0">
              <a:latin typeface="Calibri"/>
              <a:cs typeface="Calibri"/>
            </a:endParaRPr>
          </a:p>
          <a:p>
            <a:pPr>
              <a:lnSpc>
                <a:spcPct val="100000"/>
              </a:lnSpc>
              <a:spcBef>
                <a:spcPts val="1750"/>
              </a:spcBef>
            </a:pPr>
            <a:endParaRPr sz="1800" dirty="0">
              <a:latin typeface="Calibri"/>
              <a:cs typeface="Calibri"/>
            </a:endParaRPr>
          </a:p>
          <a:p>
            <a:pPr marL="12700" marR="5080" algn="just">
              <a:lnSpc>
                <a:spcPct val="100000"/>
              </a:lnSpc>
              <a:spcBef>
                <a:spcPts val="5"/>
              </a:spcBef>
            </a:pPr>
            <a:r>
              <a:rPr sz="1800" dirty="0">
                <a:solidFill>
                  <a:srgbClr val="FFFFFF"/>
                </a:solidFill>
                <a:latin typeface="Calibri"/>
                <a:cs typeface="Calibri"/>
              </a:rPr>
              <a:t>INSERT</a:t>
            </a:r>
            <a:r>
              <a:rPr sz="1800" spc="25" dirty="0">
                <a:solidFill>
                  <a:srgbClr val="FFFFFF"/>
                </a:solidFill>
                <a:latin typeface="Calibri"/>
                <a:cs typeface="Calibri"/>
              </a:rPr>
              <a:t> </a:t>
            </a:r>
            <a:r>
              <a:rPr sz="1800" dirty="0">
                <a:solidFill>
                  <a:srgbClr val="FFFFFF"/>
                </a:solidFill>
                <a:latin typeface="Calibri"/>
                <a:cs typeface="Calibri"/>
              </a:rPr>
              <a:t>INTO</a:t>
            </a:r>
            <a:r>
              <a:rPr sz="1800" spc="40" dirty="0">
                <a:solidFill>
                  <a:srgbClr val="FFFFFF"/>
                </a:solidFill>
                <a:latin typeface="Calibri"/>
                <a:cs typeface="Calibri"/>
              </a:rPr>
              <a:t> </a:t>
            </a:r>
            <a:r>
              <a:rPr sz="1800" spc="-10" dirty="0">
                <a:solidFill>
                  <a:srgbClr val="FFFFFF"/>
                </a:solidFill>
                <a:latin typeface="Calibri"/>
                <a:cs typeface="Calibri"/>
              </a:rPr>
              <a:t>looks_after(animal_id,</a:t>
            </a:r>
            <a:r>
              <a:rPr sz="1800" spc="40" dirty="0">
                <a:solidFill>
                  <a:srgbClr val="FFFFFF"/>
                </a:solidFill>
                <a:latin typeface="Calibri"/>
                <a:cs typeface="Calibri"/>
              </a:rPr>
              <a:t> </a:t>
            </a:r>
            <a:r>
              <a:rPr sz="1800" dirty="0">
                <a:solidFill>
                  <a:srgbClr val="FFFFFF"/>
                </a:solidFill>
                <a:latin typeface="Calibri"/>
                <a:cs typeface="Calibri"/>
              </a:rPr>
              <a:t>emp_id)</a:t>
            </a:r>
            <a:r>
              <a:rPr sz="1800" spc="45" dirty="0">
                <a:solidFill>
                  <a:srgbClr val="FFFFFF"/>
                </a:solidFill>
                <a:latin typeface="Calibri"/>
                <a:cs typeface="Calibri"/>
              </a:rPr>
              <a:t> </a:t>
            </a:r>
            <a:r>
              <a:rPr sz="1800" spc="-20" dirty="0">
                <a:solidFill>
                  <a:srgbClr val="FFFFFF"/>
                </a:solidFill>
                <a:latin typeface="Calibri"/>
                <a:cs typeface="Calibri"/>
              </a:rPr>
              <a:t>VALUES</a:t>
            </a:r>
            <a:r>
              <a:rPr sz="1800" spc="25" dirty="0">
                <a:solidFill>
                  <a:srgbClr val="FFFFFF"/>
                </a:solidFill>
                <a:latin typeface="Calibri"/>
                <a:cs typeface="Calibri"/>
              </a:rPr>
              <a:t> </a:t>
            </a:r>
            <a:r>
              <a:rPr sz="1800" dirty="0">
                <a:solidFill>
                  <a:srgbClr val="FFFFFF"/>
                </a:solidFill>
                <a:latin typeface="Calibri"/>
                <a:cs typeface="Calibri"/>
              </a:rPr>
              <a:t>(30010,</a:t>
            </a:r>
            <a:r>
              <a:rPr sz="1800" spc="45" dirty="0">
                <a:solidFill>
                  <a:srgbClr val="FFFFFF"/>
                </a:solidFill>
                <a:latin typeface="Calibri"/>
                <a:cs typeface="Calibri"/>
              </a:rPr>
              <a:t> </a:t>
            </a:r>
            <a:r>
              <a:rPr sz="1800" spc="-10" dirty="0">
                <a:solidFill>
                  <a:srgbClr val="FFFFFF"/>
                </a:solidFill>
                <a:latin typeface="Calibri"/>
                <a:cs typeface="Calibri"/>
              </a:rPr>
              <a:t>1002); </a:t>
            </a:r>
            <a:r>
              <a:rPr sz="1800" dirty="0">
                <a:solidFill>
                  <a:srgbClr val="FFFFFF"/>
                </a:solidFill>
                <a:latin typeface="Calibri"/>
                <a:cs typeface="Calibri"/>
              </a:rPr>
              <a:t>INSERT</a:t>
            </a:r>
            <a:r>
              <a:rPr sz="1800" spc="35" dirty="0">
                <a:solidFill>
                  <a:srgbClr val="FFFFFF"/>
                </a:solidFill>
                <a:latin typeface="Calibri"/>
                <a:cs typeface="Calibri"/>
              </a:rPr>
              <a:t> </a:t>
            </a:r>
            <a:r>
              <a:rPr sz="1800" dirty="0">
                <a:solidFill>
                  <a:srgbClr val="FFFFFF"/>
                </a:solidFill>
                <a:latin typeface="Calibri"/>
                <a:cs typeface="Calibri"/>
              </a:rPr>
              <a:t>INTO</a:t>
            </a:r>
            <a:r>
              <a:rPr sz="1800" spc="35" dirty="0">
                <a:solidFill>
                  <a:srgbClr val="FFFFFF"/>
                </a:solidFill>
                <a:latin typeface="Calibri"/>
                <a:cs typeface="Calibri"/>
              </a:rPr>
              <a:t> </a:t>
            </a:r>
            <a:r>
              <a:rPr sz="1800" spc="-10" dirty="0">
                <a:solidFill>
                  <a:srgbClr val="FFFFFF"/>
                </a:solidFill>
                <a:latin typeface="Calibri"/>
                <a:cs typeface="Calibri"/>
              </a:rPr>
              <a:t>looks_after(animal_id,</a:t>
            </a:r>
            <a:r>
              <a:rPr sz="1800" spc="40" dirty="0">
                <a:solidFill>
                  <a:srgbClr val="FFFFFF"/>
                </a:solidFill>
                <a:latin typeface="Calibri"/>
                <a:cs typeface="Calibri"/>
              </a:rPr>
              <a:t> </a:t>
            </a:r>
            <a:r>
              <a:rPr sz="1800" dirty="0">
                <a:solidFill>
                  <a:srgbClr val="FFFFFF"/>
                </a:solidFill>
                <a:latin typeface="Calibri"/>
                <a:cs typeface="Calibri"/>
              </a:rPr>
              <a:t>emp_id)</a:t>
            </a:r>
            <a:r>
              <a:rPr sz="1800" spc="50" dirty="0">
                <a:solidFill>
                  <a:srgbClr val="FFFFFF"/>
                </a:solidFill>
                <a:latin typeface="Calibri"/>
                <a:cs typeface="Calibri"/>
              </a:rPr>
              <a:t> </a:t>
            </a:r>
            <a:r>
              <a:rPr sz="1800" spc="-20" dirty="0">
                <a:solidFill>
                  <a:srgbClr val="FFFFFF"/>
                </a:solidFill>
                <a:latin typeface="Calibri"/>
                <a:cs typeface="Calibri"/>
              </a:rPr>
              <a:t>VALUES</a:t>
            </a:r>
            <a:r>
              <a:rPr sz="1800" spc="20" dirty="0">
                <a:solidFill>
                  <a:srgbClr val="FFFFFF"/>
                </a:solidFill>
                <a:latin typeface="Calibri"/>
                <a:cs typeface="Calibri"/>
              </a:rPr>
              <a:t> </a:t>
            </a:r>
            <a:r>
              <a:rPr sz="1800" dirty="0">
                <a:solidFill>
                  <a:srgbClr val="FFFFFF"/>
                </a:solidFill>
                <a:latin typeface="Calibri"/>
                <a:cs typeface="Calibri"/>
              </a:rPr>
              <a:t>(30004,</a:t>
            </a:r>
            <a:r>
              <a:rPr sz="1800" spc="55" dirty="0">
                <a:solidFill>
                  <a:srgbClr val="FFFFFF"/>
                </a:solidFill>
                <a:latin typeface="Calibri"/>
                <a:cs typeface="Calibri"/>
              </a:rPr>
              <a:t> </a:t>
            </a:r>
            <a:r>
              <a:rPr sz="1800" spc="-10" dirty="0">
                <a:solidFill>
                  <a:srgbClr val="FFFFFF"/>
                </a:solidFill>
                <a:latin typeface="Calibri"/>
                <a:cs typeface="Calibri"/>
              </a:rPr>
              <a:t>1003); </a:t>
            </a:r>
            <a:r>
              <a:rPr sz="1800" dirty="0">
                <a:solidFill>
                  <a:srgbClr val="FFFFFF"/>
                </a:solidFill>
                <a:latin typeface="Calibri"/>
                <a:cs typeface="Calibri"/>
              </a:rPr>
              <a:t>INSERT</a:t>
            </a:r>
            <a:r>
              <a:rPr sz="1800" spc="25" dirty="0">
                <a:solidFill>
                  <a:srgbClr val="FFFFFF"/>
                </a:solidFill>
                <a:latin typeface="Calibri"/>
                <a:cs typeface="Calibri"/>
              </a:rPr>
              <a:t> </a:t>
            </a:r>
            <a:r>
              <a:rPr sz="1800" dirty="0">
                <a:solidFill>
                  <a:srgbClr val="FFFFFF"/>
                </a:solidFill>
                <a:latin typeface="Calibri"/>
                <a:cs typeface="Calibri"/>
              </a:rPr>
              <a:t>INTO</a:t>
            </a:r>
            <a:r>
              <a:rPr sz="1800" spc="40" dirty="0">
                <a:solidFill>
                  <a:srgbClr val="FFFFFF"/>
                </a:solidFill>
                <a:latin typeface="Calibri"/>
                <a:cs typeface="Calibri"/>
              </a:rPr>
              <a:t> </a:t>
            </a:r>
            <a:r>
              <a:rPr sz="1800" spc="-10" dirty="0">
                <a:solidFill>
                  <a:srgbClr val="FFFFFF"/>
                </a:solidFill>
                <a:latin typeface="Calibri"/>
                <a:cs typeface="Calibri"/>
              </a:rPr>
              <a:t>looks_after(animal_id,</a:t>
            </a:r>
            <a:r>
              <a:rPr sz="1800" spc="40" dirty="0">
                <a:solidFill>
                  <a:srgbClr val="FFFFFF"/>
                </a:solidFill>
                <a:latin typeface="Calibri"/>
                <a:cs typeface="Calibri"/>
              </a:rPr>
              <a:t> </a:t>
            </a:r>
            <a:r>
              <a:rPr sz="1800" dirty="0">
                <a:solidFill>
                  <a:srgbClr val="FFFFFF"/>
                </a:solidFill>
                <a:latin typeface="Calibri"/>
                <a:cs typeface="Calibri"/>
              </a:rPr>
              <a:t>emp_id)</a:t>
            </a:r>
            <a:r>
              <a:rPr sz="1800" spc="45" dirty="0">
                <a:solidFill>
                  <a:srgbClr val="FFFFFF"/>
                </a:solidFill>
                <a:latin typeface="Calibri"/>
                <a:cs typeface="Calibri"/>
              </a:rPr>
              <a:t> </a:t>
            </a:r>
            <a:r>
              <a:rPr sz="1800" spc="-20" dirty="0">
                <a:solidFill>
                  <a:srgbClr val="FFFFFF"/>
                </a:solidFill>
                <a:latin typeface="Calibri"/>
                <a:cs typeface="Calibri"/>
              </a:rPr>
              <a:t>VALUES</a:t>
            </a:r>
            <a:r>
              <a:rPr sz="1800" spc="25" dirty="0">
                <a:solidFill>
                  <a:srgbClr val="FFFFFF"/>
                </a:solidFill>
                <a:latin typeface="Calibri"/>
                <a:cs typeface="Calibri"/>
              </a:rPr>
              <a:t> </a:t>
            </a:r>
            <a:r>
              <a:rPr sz="1800" dirty="0">
                <a:solidFill>
                  <a:srgbClr val="FFFFFF"/>
                </a:solidFill>
                <a:latin typeface="Calibri"/>
                <a:cs typeface="Calibri"/>
              </a:rPr>
              <a:t>(30005,</a:t>
            </a:r>
            <a:r>
              <a:rPr sz="1800" spc="45" dirty="0">
                <a:solidFill>
                  <a:srgbClr val="FFFFFF"/>
                </a:solidFill>
                <a:latin typeface="Calibri"/>
                <a:cs typeface="Calibri"/>
              </a:rPr>
              <a:t> </a:t>
            </a:r>
            <a:r>
              <a:rPr sz="1800" spc="-10" dirty="0">
                <a:solidFill>
                  <a:srgbClr val="FFFFFF"/>
                </a:solidFill>
                <a:latin typeface="Calibri"/>
                <a:cs typeface="Calibri"/>
              </a:rPr>
              <a:t>1004); </a:t>
            </a:r>
            <a:r>
              <a:rPr sz="1800" dirty="0">
                <a:solidFill>
                  <a:srgbClr val="FFFFFF"/>
                </a:solidFill>
                <a:latin typeface="Calibri"/>
                <a:cs typeface="Calibri"/>
              </a:rPr>
              <a:t>INSERT</a:t>
            </a:r>
            <a:r>
              <a:rPr sz="1800" spc="25" dirty="0">
                <a:solidFill>
                  <a:srgbClr val="FFFFFF"/>
                </a:solidFill>
                <a:latin typeface="Calibri"/>
                <a:cs typeface="Calibri"/>
              </a:rPr>
              <a:t> </a:t>
            </a:r>
            <a:r>
              <a:rPr sz="1800" dirty="0">
                <a:solidFill>
                  <a:srgbClr val="FFFFFF"/>
                </a:solidFill>
                <a:latin typeface="Calibri"/>
                <a:cs typeface="Calibri"/>
              </a:rPr>
              <a:t>INTO</a:t>
            </a:r>
            <a:r>
              <a:rPr sz="1800" spc="40" dirty="0">
                <a:solidFill>
                  <a:srgbClr val="FFFFFF"/>
                </a:solidFill>
                <a:latin typeface="Calibri"/>
                <a:cs typeface="Calibri"/>
              </a:rPr>
              <a:t> </a:t>
            </a:r>
            <a:r>
              <a:rPr sz="1800" spc="-10" dirty="0">
                <a:solidFill>
                  <a:srgbClr val="FFFFFF"/>
                </a:solidFill>
                <a:latin typeface="Calibri"/>
                <a:cs typeface="Calibri"/>
              </a:rPr>
              <a:t>looks_after(animal_id,</a:t>
            </a:r>
            <a:r>
              <a:rPr sz="1800" spc="40" dirty="0">
                <a:solidFill>
                  <a:srgbClr val="FFFFFF"/>
                </a:solidFill>
                <a:latin typeface="Calibri"/>
                <a:cs typeface="Calibri"/>
              </a:rPr>
              <a:t> </a:t>
            </a:r>
            <a:r>
              <a:rPr sz="1800" dirty="0">
                <a:solidFill>
                  <a:srgbClr val="FFFFFF"/>
                </a:solidFill>
                <a:latin typeface="Calibri"/>
                <a:cs typeface="Calibri"/>
              </a:rPr>
              <a:t>emp_id)</a:t>
            </a:r>
            <a:r>
              <a:rPr sz="1800" spc="45" dirty="0">
                <a:solidFill>
                  <a:srgbClr val="FFFFFF"/>
                </a:solidFill>
                <a:latin typeface="Calibri"/>
                <a:cs typeface="Calibri"/>
              </a:rPr>
              <a:t> </a:t>
            </a:r>
            <a:r>
              <a:rPr sz="1800" spc="-20" dirty="0">
                <a:solidFill>
                  <a:srgbClr val="FFFFFF"/>
                </a:solidFill>
                <a:latin typeface="Calibri"/>
                <a:cs typeface="Calibri"/>
              </a:rPr>
              <a:t>VALUES</a:t>
            </a:r>
            <a:r>
              <a:rPr sz="1800" spc="25" dirty="0">
                <a:solidFill>
                  <a:srgbClr val="FFFFFF"/>
                </a:solidFill>
                <a:latin typeface="Calibri"/>
                <a:cs typeface="Calibri"/>
              </a:rPr>
              <a:t> </a:t>
            </a:r>
            <a:r>
              <a:rPr sz="1800" dirty="0">
                <a:solidFill>
                  <a:srgbClr val="FFFFFF"/>
                </a:solidFill>
                <a:latin typeface="Calibri"/>
                <a:cs typeface="Calibri"/>
              </a:rPr>
              <a:t>(30006,</a:t>
            </a:r>
            <a:r>
              <a:rPr sz="1800" spc="45" dirty="0">
                <a:solidFill>
                  <a:srgbClr val="FFFFFF"/>
                </a:solidFill>
                <a:latin typeface="Calibri"/>
                <a:cs typeface="Calibri"/>
              </a:rPr>
              <a:t> </a:t>
            </a:r>
            <a:r>
              <a:rPr sz="1800" spc="-10" dirty="0">
                <a:solidFill>
                  <a:srgbClr val="FFFFFF"/>
                </a:solidFill>
                <a:latin typeface="Calibri"/>
                <a:cs typeface="Calibri"/>
              </a:rPr>
              <a:t>1005); </a:t>
            </a:r>
            <a:r>
              <a:rPr sz="1800" dirty="0">
                <a:solidFill>
                  <a:srgbClr val="FFFFFF"/>
                </a:solidFill>
                <a:latin typeface="Calibri"/>
                <a:cs typeface="Calibri"/>
              </a:rPr>
              <a:t>INSERT</a:t>
            </a:r>
            <a:r>
              <a:rPr sz="1800" spc="35" dirty="0">
                <a:solidFill>
                  <a:srgbClr val="FFFFFF"/>
                </a:solidFill>
                <a:latin typeface="Calibri"/>
                <a:cs typeface="Calibri"/>
              </a:rPr>
              <a:t> </a:t>
            </a:r>
            <a:r>
              <a:rPr sz="1800" dirty="0">
                <a:solidFill>
                  <a:srgbClr val="FFFFFF"/>
                </a:solidFill>
                <a:latin typeface="Calibri"/>
                <a:cs typeface="Calibri"/>
              </a:rPr>
              <a:t>INTO</a:t>
            </a:r>
            <a:r>
              <a:rPr sz="1800" spc="35" dirty="0">
                <a:solidFill>
                  <a:srgbClr val="FFFFFF"/>
                </a:solidFill>
                <a:latin typeface="Calibri"/>
                <a:cs typeface="Calibri"/>
              </a:rPr>
              <a:t> </a:t>
            </a:r>
            <a:r>
              <a:rPr sz="1800" spc="-10" dirty="0">
                <a:solidFill>
                  <a:srgbClr val="FFFFFF"/>
                </a:solidFill>
                <a:latin typeface="Calibri"/>
                <a:cs typeface="Calibri"/>
              </a:rPr>
              <a:t>looks_after(animal_id,</a:t>
            </a:r>
            <a:r>
              <a:rPr sz="1800" spc="40" dirty="0">
                <a:solidFill>
                  <a:srgbClr val="FFFFFF"/>
                </a:solidFill>
                <a:latin typeface="Calibri"/>
                <a:cs typeface="Calibri"/>
              </a:rPr>
              <a:t> </a:t>
            </a:r>
            <a:r>
              <a:rPr sz="1800" dirty="0">
                <a:solidFill>
                  <a:srgbClr val="FFFFFF"/>
                </a:solidFill>
                <a:latin typeface="Calibri"/>
                <a:cs typeface="Calibri"/>
              </a:rPr>
              <a:t>emp_id)</a:t>
            </a:r>
            <a:r>
              <a:rPr sz="1800" spc="50" dirty="0">
                <a:solidFill>
                  <a:srgbClr val="FFFFFF"/>
                </a:solidFill>
                <a:latin typeface="Calibri"/>
                <a:cs typeface="Calibri"/>
              </a:rPr>
              <a:t> </a:t>
            </a:r>
            <a:r>
              <a:rPr sz="1800" spc="-20" dirty="0">
                <a:solidFill>
                  <a:srgbClr val="FFFFFF"/>
                </a:solidFill>
                <a:latin typeface="Calibri"/>
                <a:cs typeface="Calibri"/>
              </a:rPr>
              <a:t>VALUES</a:t>
            </a:r>
            <a:r>
              <a:rPr sz="1800" spc="20" dirty="0">
                <a:solidFill>
                  <a:srgbClr val="FFFFFF"/>
                </a:solidFill>
                <a:latin typeface="Calibri"/>
                <a:cs typeface="Calibri"/>
              </a:rPr>
              <a:t> </a:t>
            </a:r>
            <a:r>
              <a:rPr sz="1800" dirty="0">
                <a:solidFill>
                  <a:srgbClr val="FFFFFF"/>
                </a:solidFill>
                <a:latin typeface="Calibri"/>
                <a:cs typeface="Calibri"/>
              </a:rPr>
              <a:t>(30007,</a:t>
            </a:r>
            <a:r>
              <a:rPr sz="1800" spc="55" dirty="0">
                <a:solidFill>
                  <a:srgbClr val="FFFFFF"/>
                </a:solidFill>
                <a:latin typeface="Calibri"/>
                <a:cs typeface="Calibri"/>
              </a:rPr>
              <a:t> </a:t>
            </a:r>
            <a:r>
              <a:rPr sz="1800" spc="-10" dirty="0">
                <a:solidFill>
                  <a:srgbClr val="FFFFFF"/>
                </a:solidFill>
                <a:latin typeface="Calibri"/>
                <a:cs typeface="Calibri"/>
              </a:rPr>
              <a:t>1006); </a:t>
            </a:r>
            <a:r>
              <a:rPr sz="1800" dirty="0">
                <a:solidFill>
                  <a:srgbClr val="FFFFFF"/>
                </a:solidFill>
                <a:latin typeface="Calibri"/>
                <a:cs typeface="Calibri"/>
              </a:rPr>
              <a:t>INSERT</a:t>
            </a:r>
            <a:r>
              <a:rPr sz="1800" spc="25" dirty="0">
                <a:solidFill>
                  <a:srgbClr val="FFFFFF"/>
                </a:solidFill>
                <a:latin typeface="Calibri"/>
                <a:cs typeface="Calibri"/>
              </a:rPr>
              <a:t> </a:t>
            </a:r>
            <a:r>
              <a:rPr sz="1800" dirty="0">
                <a:solidFill>
                  <a:srgbClr val="FFFFFF"/>
                </a:solidFill>
                <a:latin typeface="Calibri"/>
                <a:cs typeface="Calibri"/>
              </a:rPr>
              <a:t>INTO</a:t>
            </a:r>
            <a:r>
              <a:rPr sz="1800" spc="40" dirty="0">
                <a:solidFill>
                  <a:srgbClr val="FFFFFF"/>
                </a:solidFill>
                <a:latin typeface="Calibri"/>
                <a:cs typeface="Calibri"/>
              </a:rPr>
              <a:t> </a:t>
            </a:r>
            <a:r>
              <a:rPr sz="1800" spc="-10" dirty="0">
                <a:solidFill>
                  <a:srgbClr val="FFFFFF"/>
                </a:solidFill>
                <a:latin typeface="Calibri"/>
                <a:cs typeface="Calibri"/>
              </a:rPr>
              <a:t>looks_after(animal_id,</a:t>
            </a:r>
            <a:r>
              <a:rPr sz="1800" spc="40" dirty="0">
                <a:solidFill>
                  <a:srgbClr val="FFFFFF"/>
                </a:solidFill>
                <a:latin typeface="Calibri"/>
                <a:cs typeface="Calibri"/>
              </a:rPr>
              <a:t> </a:t>
            </a:r>
            <a:r>
              <a:rPr sz="1800" dirty="0">
                <a:solidFill>
                  <a:srgbClr val="FFFFFF"/>
                </a:solidFill>
                <a:latin typeface="Calibri"/>
                <a:cs typeface="Calibri"/>
              </a:rPr>
              <a:t>emp_id)</a:t>
            </a:r>
            <a:r>
              <a:rPr sz="1800" spc="45" dirty="0">
                <a:solidFill>
                  <a:srgbClr val="FFFFFF"/>
                </a:solidFill>
                <a:latin typeface="Calibri"/>
                <a:cs typeface="Calibri"/>
              </a:rPr>
              <a:t> </a:t>
            </a:r>
            <a:r>
              <a:rPr sz="1800" spc="-20" dirty="0">
                <a:solidFill>
                  <a:srgbClr val="FFFFFF"/>
                </a:solidFill>
                <a:latin typeface="Calibri"/>
                <a:cs typeface="Calibri"/>
              </a:rPr>
              <a:t>VALUES</a:t>
            </a:r>
            <a:r>
              <a:rPr sz="1800" spc="25" dirty="0">
                <a:solidFill>
                  <a:srgbClr val="FFFFFF"/>
                </a:solidFill>
                <a:latin typeface="Calibri"/>
                <a:cs typeface="Calibri"/>
              </a:rPr>
              <a:t> </a:t>
            </a:r>
            <a:r>
              <a:rPr sz="1800" dirty="0">
                <a:solidFill>
                  <a:srgbClr val="FFFFFF"/>
                </a:solidFill>
                <a:latin typeface="Calibri"/>
                <a:cs typeface="Calibri"/>
              </a:rPr>
              <a:t>(30008,</a:t>
            </a:r>
            <a:r>
              <a:rPr sz="1800" spc="45" dirty="0">
                <a:solidFill>
                  <a:srgbClr val="FFFFFF"/>
                </a:solidFill>
                <a:latin typeface="Calibri"/>
                <a:cs typeface="Calibri"/>
              </a:rPr>
              <a:t> </a:t>
            </a:r>
            <a:r>
              <a:rPr sz="1800" spc="-10" dirty="0">
                <a:solidFill>
                  <a:srgbClr val="FFFFFF"/>
                </a:solidFill>
                <a:latin typeface="Calibri"/>
                <a:cs typeface="Calibri"/>
              </a:rPr>
              <a:t>1007); </a:t>
            </a:r>
            <a:r>
              <a:rPr sz="1800" dirty="0">
                <a:solidFill>
                  <a:srgbClr val="FFFFFF"/>
                </a:solidFill>
                <a:latin typeface="Calibri"/>
                <a:cs typeface="Calibri"/>
              </a:rPr>
              <a:t>INSERT</a:t>
            </a:r>
            <a:r>
              <a:rPr sz="1800" spc="45" dirty="0">
                <a:solidFill>
                  <a:srgbClr val="FFFFFF"/>
                </a:solidFill>
                <a:latin typeface="Calibri"/>
                <a:cs typeface="Calibri"/>
              </a:rPr>
              <a:t> </a:t>
            </a:r>
            <a:r>
              <a:rPr sz="1800" dirty="0">
                <a:solidFill>
                  <a:srgbClr val="FFFFFF"/>
                </a:solidFill>
                <a:latin typeface="Calibri"/>
                <a:cs typeface="Calibri"/>
              </a:rPr>
              <a:t>INTO</a:t>
            </a:r>
            <a:r>
              <a:rPr sz="1800" spc="40" dirty="0">
                <a:solidFill>
                  <a:srgbClr val="FFFFFF"/>
                </a:solidFill>
                <a:latin typeface="Calibri"/>
                <a:cs typeface="Calibri"/>
              </a:rPr>
              <a:t> </a:t>
            </a:r>
            <a:r>
              <a:rPr sz="1800" spc="-10" dirty="0">
                <a:solidFill>
                  <a:srgbClr val="FFFFFF"/>
                </a:solidFill>
                <a:latin typeface="Calibri"/>
                <a:cs typeface="Calibri"/>
              </a:rPr>
              <a:t>looks_after(animal_id,</a:t>
            </a:r>
            <a:r>
              <a:rPr sz="1800" spc="45" dirty="0">
                <a:solidFill>
                  <a:srgbClr val="FFFFFF"/>
                </a:solidFill>
                <a:latin typeface="Calibri"/>
                <a:cs typeface="Calibri"/>
              </a:rPr>
              <a:t> </a:t>
            </a:r>
            <a:r>
              <a:rPr sz="1800" dirty="0">
                <a:solidFill>
                  <a:srgbClr val="FFFFFF"/>
                </a:solidFill>
                <a:latin typeface="Calibri"/>
                <a:cs typeface="Calibri"/>
              </a:rPr>
              <a:t>emp_id)</a:t>
            </a:r>
            <a:r>
              <a:rPr sz="1800" spc="55" dirty="0">
                <a:solidFill>
                  <a:srgbClr val="FFFFFF"/>
                </a:solidFill>
                <a:latin typeface="Calibri"/>
                <a:cs typeface="Calibri"/>
              </a:rPr>
              <a:t> </a:t>
            </a:r>
            <a:r>
              <a:rPr sz="1800" spc="-20" dirty="0">
                <a:solidFill>
                  <a:srgbClr val="FFFFFF"/>
                </a:solidFill>
                <a:latin typeface="Calibri"/>
                <a:cs typeface="Calibri"/>
              </a:rPr>
              <a:t>VALUES</a:t>
            </a:r>
            <a:r>
              <a:rPr sz="1800" spc="30" dirty="0">
                <a:solidFill>
                  <a:srgbClr val="FFFFFF"/>
                </a:solidFill>
                <a:latin typeface="Calibri"/>
                <a:cs typeface="Calibri"/>
              </a:rPr>
              <a:t> </a:t>
            </a:r>
            <a:r>
              <a:rPr sz="1800" dirty="0">
                <a:solidFill>
                  <a:srgbClr val="FFFFFF"/>
                </a:solidFill>
                <a:latin typeface="Calibri"/>
                <a:cs typeface="Calibri"/>
              </a:rPr>
              <a:t>(30009,</a:t>
            </a:r>
            <a:r>
              <a:rPr sz="1800" spc="65" dirty="0">
                <a:solidFill>
                  <a:srgbClr val="FFFFFF"/>
                </a:solidFill>
                <a:latin typeface="Calibri"/>
                <a:cs typeface="Calibri"/>
              </a:rPr>
              <a:t> </a:t>
            </a:r>
            <a:r>
              <a:rPr sz="1800" spc="-10" dirty="0">
                <a:solidFill>
                  <a:srgbClr val="FFFFFF"/>
                </a:solidFill>
                <a:latin typeface="Calibri"/>
                <a:cs typeface="Calibri"/>
              </a:rPr>
              <a:t>1000); </a:t>
            </a:r>
            <a:r>
              <a:rPr sz="1800" dirty="0">
                <a:solidFill>
                  <a:srgbClr val="FFFFFF"/>
                </a:solidFill>
                <a:latin typeface="Calibri"/>
                <a:cs typeface="Calibri"/>
              </a:rPr>
              <a:t>INSERT</a:t>
            </a:r>
            <a:r>
              <a:rPr sz="1800" spc="25" dirty="0">
                <a:solidFill>
                  <a:srgbClr val="FFFFFF"/>
                </a:solidFill>
                <a:latin typeface="Calibri"/>
                <a:cs typeface="Calibri"/>
              </a:rPr>
              <a:t> </a:t>
            </a:r>
            <a:r>
              <a:rPr sz="1800" dirty="0">
                <a:solidFill>
                  <a:srgbClr val="FFFFFF"/>
                </a:solidFill>
                <a:latin typeface="Calibri"/>
                <a:cs typeface="Calibri"/>
              </a:rPr>
              <a:t>INTO</a:t>
            </a:r>
            <a:r>
              <a:rPr sz="1800" spc="40" dirty="0">
                <a:solidFill>
                  <a:srgbClr val="FFFFFF"/>
                </a:solidFill>
                <a:latin typeface="Calibri"/>
                <a:cs typeface="Calibri"/>
              </a:rPr>
              <a:t> </a:t>
            </a:r>
            <a:r>
              <a:rPr sz="1800" spc="-10" dirty="0">
                <a:solidFill>
                  <a:srgbClr val="FFFFFF"/>
                </a:solidFill>
                <a:latin typeface="Calibri"/>
                <a:cs typeface="Calibri"/>
              </a:rPr>
              <a:t>looks_after(animal_id,</a:t>
            </a:r>
            <a:r>
              <a:rPr sz="1800" spc="40" dirty="0">
                <a:solidFill>
                  <a:srgbClr val="FFFFFF"/>
                </a:solidFill>
                <a:latin typeface="Calibri"/>
                <a:cs typeface="Calibri"/>
              </a:rPr>
              <a:t> </a:t>
            </a:r>
            <a:r>
              <a:rPr sz="1800" dirty="0">
                <a:solidFill>
                  <a:srgbClr val="FFFFFF"/>
                </a:solidFill>
                <a:latin typeface="Calibri"/>
                <a:cs typeface="Calibri"/>
              </a:rPr>
              <a:t>emp_id)</a:t>
            </a:r>
            <a:r>
              <a:rPr sz="1800" spc="45" dirty="0">
                <a:solidFill>
                  <a:srgbClr val="FFFFFF"/>
                </a:solidFill>
                <a:latin typeface="Calibri"/>
                <a:cs typeface="Calibri"/>
              </a:rPr>
              <a:t> </a:t>
            </a:r>
            <a:r>
              <a:rPr sz="1800" spc="-20" dirty="0">
                <a:solidFill>
                  <a:srgbClr val="FFFFFF"/>
                </a:solidFill>
                <a:latin typeface="Calibri"/>
                <a:cs typeface="Calibri"/>
              </a:rPr>
              <a:t>VALUES</a:t>
            </a:r>
            <a:r>
              <a:rPr sz="1800" spc="25" dirty="0">
                <a:solidFill>
                  <a:srgbClr val="FFFFFF"/>
                </a:solidFill>
                <a:latin typeface="Calibri"/>
                <a:cs typeface="Calibri"/>
              </a:rPr>
              <a:t> </a:t>
            </a:r>
            <a:r>
              <a:rPr sz="1800" dirty="0">
                <a:solidFill>
                  <a:srgbClr val="FFFFFF"/>
                </a:solidFill>
                <a:latin typeface="Calibri"/>
                <a:cs typeface="Calibri"/>
              </a:rPr>
              <a:t>(30011,</a:t>
            </a:r>
            <a:r>
              <a:rPr sz="1800" spc="45" dirty="0">
                <a:solidFill>
                  <a:srgbClr val="FFFFFF"/>
                </a:solidFill>
                <a:latin typeface="Calibri"/>
                <a:cs typeface="Calibri"/>
              </a:rPr>
              <a:t> </a:t>
            </a:r>
            <a:r>
              <a:rPr sz="1800" spc="-10" dirty="0">
                <a:solidFill>
                  <a:srgbClr val="FFFFFF"/>
                </a:solidFill>
                <a:latin typeface="Calibri"/>
                <a:cs typeface="Calibri"/>
              </a:rPr>
              <a:t>1010); </a:t>
            </a:r>
            <a:r>
              <a:rPr sz="1800" dirty="0">
                <a:solidFill>
                  <a:srgbClr val="FFFFFF"/>
                </a:solidFill>
                <a:latin typeface="Calibri"/>
                <a:cs typeface="Calibri"/>
              </a:rPr>
              <a:t>INSERT</a:t>
            </a:r>
            <a:r>
              <a:rPr sz="1800" spc="25" dirty="0">
                <a:solidFill>
                  <a:srgbClr val="FFFFFF"/>
                </a:solidFill>
                <a:latin typeface="Calibri"/>
                <a:cs typeface="Calibri"/>
              </a:rPr>
              <a:t> </a:t>
            </a:r>
            <a:r>
              <a:rPr sz="1800" dirty="0">
                <a:solidFill>
                  <a:srgbClr val="FFFFFF"/>
                </a:solidFill>
                <a:latin typeface="Calibri"/>
                <a:cs typeface="Calibri"/>
              </a:rPr>
              <a:t>INTO</a:t>
            </a:r>
            <a:r>
              <a:rPr sz="1800" spc="40" dirty="0">
                <a:solidFill>
                  <a:srgbClr val="FFFFFF"/>
                </a:solidFill>
                <a:latin typeface="Calibri"/>
                <a:cs typeface="Calibri"/>
              </a:rPr>
              <a:t> </a:t>
            </a:r>
            <a:r>
              <a:rPr sz="1800" spc="-10" dirty="0">
                <a:solidFill>
                  <a:srgbClr val="FFFFFF"/>
                </a:solidFill>
                <a:latin typeface="Calibri"/>
                <a:cs typeface="Calibri"/>
              </a:rPr>
              <a:t>looks_after(animal_id,</a:t>
            </a:r>
            <a:r>
              <a:rPr sz="1800" spc="40" dirty="0">
                <a:solidFill>
                  <a:srgbClr val="FFFFFF"/>
                </a:solidFill>
                <a:latin typeface="Calibri"/>
                <a:cs typeface="Calibri"/>
              </a:rPr>
              <a:t> </a:t>
            </a:r>
            <a:r>
              <a:rPr sz="1800" dirty="0">
                <a:solidFill>
                  <a:srgbClr val="FFFFFF"/>
                </a:solidFill>
                <a:latin typeface="Calibri"/>
                <a:cs typeface="Calibri"/>
              </a:rPr>
              <a:t>emp_id)</a:t>
            </a:r>
            <a:r>
              <a:rPr sz="1800" spc="45" dirty="0">
                <a:solidFill>
                  <a:srgbClr val="FFFFFF"/>
                </a:solidFill>
                <a:latin typeface="Calibri"/>
                <a:cs typeface="Calibri"/>
              </a:rPr>
              <a:t> </a:t>
            </a:r>
            <a:r>
              <a:rPr sz="1800" spc="-20" dirty="0">
                <a:solidFill>
                  <a:srgbClr val="FFFFFF"/>
                </a:solidFill>
                <a:latin typeface="Calibri"/>
                <a:cs typeface="Calibri"/>
              </a:rPr>
              <a:t>VALUES</a:t>
            </a:r>
            <a:r>
              <a:rPr sz="1800" spc="25" dirty="0">
                <a:solidFill>
                  <a:srgbClr val="FFFFFF"/>
                </a:solidFill>
                <a:latin typeface="Calibri"/>
                <a:cs typeface="Calibri"/>
              </a:rPr>
              <a:t> </a:t>
            </a:r>
            <a:r>
              <a:rPr sz="1800" dirty="0">
                <a:solidFill>
                  <a:srgbClr val="FFFFFF"/>
                </a:solidFill>
                <a:latin typeface="Calibri"/>
                <a:cs typeface="Calibri"/>
              </a:rPr>
              <a:t>(30001,</a:t>
            </a:r>
            <a:r>
              <a:rPr sz="1800" spc="45" dirty="0">
                <a:solidFill>
                  <a:srgbClr val="FFFFFF"/>
                </a:solidFill>
                <a:latin typeface="Calibri"/>
                <a:cs typeface="Calibri"/>
              </a:rPr>
              <a:t> </a:t>
            </a:r>
            <a:r>
              <a:rPr sz="1800" spc="-10" dirty="0">
                <a:solidFill>
                  <a:srgbClr val="FFFFFF"/>
                </a:solidFill>
                <a:latin typeface="Calibri"/>
                <a:cs typeface="Calibri"/>
              </a:rPr>
              <a:t>1009); INSERT</a:t>
            </a:r>
            <a:r>
              <a:rPr sz="1800" spc="-75" dirty="0">
                <a:solidFill>
                  <a:srgbClr val="FFFFFF"/>
                </a:solidFill>
                <a:latin typeface="Calibri"/>
                <a:cs typeface="Calibri"/>
              </a:rPr>
              <a:t> </a:t>
            </a:r>
            <a:r>
              <a:rPr sz="1800" spc="-20" dirty="0">
                <a:solidFill>
                  <a:srgbClr val="FFFFFF"/>
                </a:solidFill>
                <a:latin typeface="Calibri"/>
                <a:cs typeface="Calibri"/>
              </a:rPr>
              <a:t>INTO</a:t>
            </a:r>
            <a:r>
              <a:rPr sz="1800" spc="-75" dirty="0">
                <a:solidFill>
                  <a:srgbClr val="FFFFFF"/>
                </a:solidFill>
                <a:latin typeface="Calibri"/>
                <a:cs typeface="Calibri"/>
              </a:rPr>
              <a:t> </a:t>
            </a:r>
            <a:r>
              <a:rPr sz="1800" spc="-20" dirty="0">
                <a:solidFill>
                  <a:srgbClr val="FFFFFF"/>
                </a:solidFill>
                <a:latin typeface="Calibri"/>
                <a:cs typeface="Calibri"/>
              </a:rPr>
              <a:t>looks_after(animal_id,</a:t>
            </a:r>
            <a:r>
              <a:rPr sz="1800" spc="20" dirty="0">
                <a:solidFill>
                  <a:srgbClr val="FFFFFF"/>
                </a:solidFill>
                <a:latin typeface="Calibri"/>
                <a:cs typeface="Calibri"/>
              </a:rPr>
              <a:t> </a:t>
            </a:r>
            <a:r>
              <a:rPr sz="1800" spc="-10" dirty="0">
                <a:solidFill>
                  <a:srgbClr val="FFFFFF"/>
                </a:solidFill>
                <a:latin typeface="Calibri"/>
                <a:cs typeface="Calibri"/>
              </a:rPr>
              <a:t>emp_id)</a:t>
            </a:r>
            <a:r>
              <a:rPr sz="1800" spc="-20" dirty="0">
                <a:solidFill>
                  <a:srgbClr val="FFFFFF"/>
                </a:solidFill>
                <a:latin typeface="Calibri"/>
                <a:cs typeface="Calibri"/>
              </a:rPr>
              <a:t> </a:t>
            </a:r>
            <a:r>
              <a:rPr sz="1800" spc="-65" dirty="0">
                <a:solidFill>
                  <a:srgbClr val="FFFFFF"/>
                </a:solidFill>
                <a:latin typeface="Calibri"/>
                <a:cs typeface="Calibri"/>
              </a:rPr>
              <a:t>VALUES</a:t>
            </a:r>
            <a:r>
              <a:rPr sz="1800" spc="-40" dirty="0">
                <a:solidFill>
                  <a:srgbClr val="FFFFFF"/>
                </a:solidFill>
                <a:latin typeface="Calibri"/>
                <a:cs typeface="Calibri"/>
              </a:rPr>
              <a:t> </a:t>
            </a:r>
            <a:r>
              <a:rPr sz="1800" dirty="0">
                <a:solidFill>
                  <a:srgbClr val="FFFFFF"/>
                </a:solidFill>
                <a:latin typeface="Calibri"/>
                <a:cs typeface="Calibri"/>
              </a:rPr>
              <a:t>(30002,</a:t>
            </a:r>
            <a:r>
              <a:rPr sz="1800" spc="220" dirty="0">
                <a:solidFill>
                  <a:srgbClr val="FFFFFF"/>
                </a:solidFill>
                <a:latin typeface="Calibri"/>
                <a:cs typeface="Calibri"/>
              </a:rPr>
              <a:t> </a:t>
            </a:r>
            <a:r>
              <a:rPr sz="1800" spc="-10" dirty="0">
                <a:solidFill>
                  <a:srgbClr val="FFFFFF"/>
                </a:solidFill>
                <a:latin typeface="Calibri"/>
                <a:cs typeface="Calibri"/>
              </a:rPr>
              <a:t>1010);</a:t>
            </a:r>
            <a:endParaRPr sz="1800" dirty="0">
              <a:latin typeface="Calibri"/>
              <a:cs typeface="Calibri"/>
            </a:endParaRPr>
          </a:p>
        </p:txBody>
      </p:sp>
      <p:pic>
        <p:nvPicPr>
          <p:cNvPr id="5" name="Picture 4">
            <a:extLst>
              <a:ext uri="{FF2B5EF4-FFF2-40B4-BE49-F238E27FC236}">
                <a16:creationId xmlns:a16="http://schemas.microsoft.com/office/drawing/2014/main" id="{8F80A244-3F65-F474-1E94-1FA4B30282BD}"/>
              </a:ext>
            </a:extLst>
          </p:cNvPr>
          <p:cNvPicPr>
            <a:picLocks noChangeAspect="1"/>
          </p:cNvPicPr>
          <p:nvPr/>
        </p:nvPicPr>
        <p:blipFill>
          <a:blip r:embed="rId2"/>
          <a:stretch>
            <a:fillRect/>
          </a:stretch>
        </p:blipFill>
        <p:spPr>
          <a:xfrm>
            <a:off x="8686800" y="1219200"/>
            <a:ext cx="2057400" cy="37338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90422" y="762127"/>
            <a:ext cx="9167978" cy="5062924"/>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Calibri"/>
                <a:cs typeface="Calibri"/>
              </a:rPr>
              <a:t>create</a:t>
            </a:r>
            <a:r>
              <a:rPr sz="1800" spc="-80" dirty="0">
                <a:solidFill>
                  <a:srgbClr val="FFFFFF"/>
                </a:solidFill>
                <a:latin typeface="Calibri"/>
                <a:cs typeface="Calibri"/>
              </a:rPr>
              <a:t> </a:t>
            </a:r>
            <a:r>
              <a:rPr sz="1800" dirty="0">
                <a:solidFill>
                  <a:srgbClr val="FFFFFF"/>
                </a:solidFill>
                <a:latin typeface="Calibri"/>
                <a:cs typeface="Calibri"/>
              </a:rPr>
              <a:t>table</a:t>
            </a:r>
            <a:r>
              <a:rPr sz="1800" spc="-10" dirty="0">
                <a:solidFill>
                  <a:srgbClr val="FFFFFF"/>
                </a:solidFill>
                <a:latin typeface="Calibri"/>
                <a:cs typeface="Calibri"/>
              </a:rPr>
              <a:t> visits(</a:t>
            </a:r>
            <a:endParaRPr sz="1800" dirty="0">
              <a:latin typeface="Calibri"/>
              <a:cs typeface="Calibri"/>
            </a:endParaRPr>
          </a:p>
          <a:p>
            <a:pPr marL="116205">
              <a:lnSpc>
                <a:spcPct val="100000"/>
              </a:lnSpc>
            </a:pPr>
            <a:r>
              <a:rPr sz="1800" spc="-20" dirty="0" err="1">
                <a:solidFill>
                  <a:srgbClr val="FFFFFF"/>
                </a:solidFill>
                <a:latin typeface="Calibri"/>
                <a:cs typeface="Calibri"/>
              </a:rPr>
              <a:t>ticket_id</a:t>
            </a:r>
            <a:r>
              <a:rPr sz="1800" spc="-45" dirty="0">
                <a:solidFill>
                  <a:srgbClr val="FFFFFF"/>
                </a:solidFill>
                <a:latin typeface="Calibri"/>
                <a:cs typeface="Calibri"/>
              </a:rPr>
              <a:t> </a:t>
            </a:r>
            <a:r>
              <a:rPr lang="en-US" sz="1800" dirty="0">
                <a:solidFill>
                  <a:srgbClr val="FFFFFF"/>
                </a:solidFill>
                <a:latin typeface="Calibri"/>
                <a:cs typeface="Calibri"/>
              </a:rPr>
              <a:t>INT</a:t>
            </a:r>
            <a:r>
              <a:rPr sz="1800" spc="-65" dirty="0">
                <a:solidFill>
                  <a:srgbClr val="FFFFFF"/>
                </a:solidFill>
                <a:latin typeface="Calibri"/>
                <a:cs typeface="Calibri"/>
              </a:rPr>
              <a:t> </a:t>
            </a:r>
            <a:r>
              <a:rPr sz="1800" dirty="0">
                <a:solidFill>
                  <a:srgbClr val="FFFFFF"/>
                </a:solidFill>
                <a:latin typeface="Calibri"/>
                <a:cs typeface="Calibri"/>
              </a:rPr>
              <a:t>PRIMARY</a:t>
            </a:r>
            <a:r>
              <a:rPr sz="1800" spc="-50" dirty="0">
                <a:solidFill>
                  <a:srgbClr val="FFFFFF"/>
                </a:solidFill>
                <a:latin typeface="Calibri"/>
                <a:cs typeface="Calibri"/>
              </a:rPr>
              <a:t> </a:t>
            </a:r>
            <a:r>
              <a:rPr sz="1800" spc="-20" dirty="0">
                <a:solidFill>
                  <a:srgbClr val="FFFFFF"/>
                </a:solidFill>
                <a:latin typeface="Calibri"/>
                <a:cs typeface="Calibri"/>
              </a:rPr>
              <a:t>KEY,</a:t>
            </a:r>
            <a:endParaRPr sz="1800" dirty="0">
              <a:latin typeface="Calibri"/>
              <a:cs typeface="Calibri"/>
            </a:endParaRPr>
          </a:p>
          <a:p>
            <a:pPr marL="64135">
              <a:lnSpc>
                <a:spcPct val="100000"/>
              </a:lnSpc>
            </a:pPr>
            <a:r>
              <a:rPr sz="1800" dirty="0">
                <a:solidFill>
                  <a:srgbClr val="FFFFFF"/>
                </a:solidFill>
                <a:latin typeface="Calibri"/>
                <a:cs typeface="Calibri"/>
              </a:rPr>
              <a:t>FOREIGN</a:t>
            </a:r>
            <a:r>
              <a:rPr sz="1800" spc="-60" dirty="0">
                <a:solidFill>
                  <a:srgbClr val="FFFFFF"/>
                </a:solidFill>
                <a:latin typeface="Calibri"/>
                <a:cs typeface="Calibri"/>
              </a:rPr>
              <a:t> </a:t>
            </a:r>
            <a:r>
              <a:rPr sz="1800" dirty="0">
                <a:solidFill>
                  <a:srgbClr val="FFFFFF"/>
                </a:solidFill>
                <a:latin typeface="Calibri"/>
                <a:cs typeface="Calibri"/>
              </a:rPr>
              <a:t>KEY</a:t>
            </a:r>
            <a:r>
              <a:rPr sz="1800" spc="-30" dirty="0">
                <a:solidFill>
                  <a:srgbClr val="FFFFFF"/>
                </a:solidFill>
                <a:latin typeface="Calibri"/>
                <a:cs typeface="Calibri"/>
              </a:rPr>
              <a:t> </a:t>
            </a:r>
            <a:r>
              <a:rPr sz="1800" spc="-20" dirty="0">
                <a:solidFill>
                  <a:srgbClr val="FFFFFF"/>
                </a:solidFill>
                <a:latin typeface="Calibri"/>
                <a:cs typeface="Calibri"/>
              </a:rPr>
              <a:t>(ticket_id)</a:t>
            </a:r>
            <a:r>
              <a:rPr sz="1800" spc="10" dirty="0">
                <a:solidFill>
                  <a:srgbClr val="FFFFFF"/>
                </a:solidFill>
                <a:latin typeface="Calibri"/>
                <a:cs typeface="Calibri"/>
              </a:rPr>
              <a:t> </a:t>
            </a:r>
            <a:r>
              <a:rPr sz="1800" spc="-10" dirty="0">
                <a:solidFill>
                  <a:srgbClr val="FFFFFF"/>
                </a:solidFill>
                <a:latin typeface="Calibri"/>
                <a:cs typeface="Calibri"/>
              </a:rPr>
              <a:t>REFERENCES</a:t>
            </a:r>
            <a:r>
              <a:rPr sz="1800" spc="-65" dirty="0">
                <a:solidFill>
                  <a:srgbClr val="FFFFFF"/>
                </a:solidFill>
                <a:latin typeface="Calibri"/>
                <a:cs typeface="Calibri"/>
              </a:rPr>
              <a:t> </a:t>
            </a:r>
            <a:r>
              <a:rPr sz="1800" spc="-20" dirty="0">
                <a:solidFill>
                  <a:srgbClr val="FFFFFF"/>
                </a:solidFill>
                <a:latin typeface="Calibri"/>
                <a:cs typeface="Calibri"/>
              </a:rPr>
              <a:t>ticket(ticket_id),</a:t>
            </a:r>
            <a:r>
              <a:rPr sz="1800" spc="200" dirty="0">
                <a:solidFill>
                  <a:srgbClr val="FFFFFF"/>
                </a:solidFill>
                <a:latin typeface="Calibri"/>
                <a:cs typeface="Calibri"/>
              </a:rPr>
              <a:t> </a:t>
            </a:r>
            <a:r>
              <a:rPr sz="2700" spc="-15" baseline="-3086" dirty="0">
                <a:solidFill>
                  <a:srgbClr val="FFFFFF"/>
                </a:solidFill>
                <a:latin typeface="Calibri"/>
                <a:cs typeface="Calibri"/>
              </a:rPr>
              <a:t>in_time</a:t>
            </a:r>
            <a:r>
              <a:rPr sz="2700" spc="-97" baseline="-3086" dirty="0">
                <a:solidFill>
                  <a:srgbClr val="FFFFFF"/>
                </a:solidFill>
                <a:latin typeface="Calibri"/>
                <a:cs typeface="Calibri"/>
              </a:rPr>
              <a:t> </a:t>
            </a:r>
            <a:r>
              <a:rPr sz="2700" spc="-15" baseline="-3086" dirty="0">
                <a:solidFill>
                  <a:srgbClr val="FFFFFF"/>
                </a:solidFill>
                <a:latin typeface="Calibri"/>
                <a:cs typeface="Calibri"/>
              </a:rPr>
              <a:t>TIMESTAMP,</a:t>
            </a:r>
            <a:endParaRPr sz="2700" baseline="-3086" dirty="0">
              <a:latin typeface="Calibri"/>
              <a:cs typeface="Calibri"/>
            </a:endParaRPr>
          </a:p>
          <a:p>
            <a:pPr marL="170815">
              <a:lnSpc>
                <a:spcPct val="100000"/>
              </a:lnSpc>
            </a:pPr>
            <a:r>
              <a:rPr sz="1800" dirty="0">
                <a:solidFill>
                  <a:srgbClr val="FFFFFF"/>
                </a:solidFill>
                <a:latin typeface="Calibri"/>
                <a:cs typeface="Calibri"/>
              </a:rPr>
              <a:t>out_time</a:t>
            </a:r>
            <a:r>
              <a:rPr sz="1800" spc="-100" dirty="0">
                <a:solidFill>
                  <a:srgbClr val="FFFFFF"/>
                </a:solidFill>
                <a:latin typeface="Calibri"/>
                <a:cs typeface="Calibri"/>
              </a:rPr>
              <a:t> </a:t>
            </a:r>
            <a:r>
              <a:rPr sz="1800" spc="-10" dirty="0">
                <a:solidFill>
                  <a:srgbClr val="FFFFFF"/>
                </a:solidFill>
                <a:latin typeface="Calibri"/>
                <a:cs typeface="Calibri"/>
              </a:rPr>
              <a:t>TIMESTAMP);</a:t>
            </a:r>
            <a:endParaRPr sz="1800" dirty="0">
              <a:latin typeface="Calibri"/>
              <a:cs typeface="Calibri"/>
            </a:endParaRPr>
          </a:p>
          <a:p>
            <a:pPr>
              <a:lnSpc>
                <a:spcPct val="100000"/>
              </a:lnSpc>
              <a:spcBef>
                <a:spcPts val="470"/>
              </a:spcBef>
            </a:pPr>
            <a:endParaRPr sz="1800" dirty="0">
              <a:latin typeface="Calibri"/>
              <a:cs typeface="Calibri"/>
            </a:endParaRPr>
          </a:p>
          <a:p>
            <a:pPr marL="12700" marR="5080">
              <a:lnSpc>
                <a:spcPct val="100000"/>
              </a:lnSpc>
            </a:pPr>
            <a:r>
              <a:rPr lang="en-IN" sz="1800" spc="-10" dirty="0">
                <a:solidFill>
                  <a:srgbClr val="FFFFFF"/>
                </a:solidFill>
                <a:latin typeface="Calibri"/>
                <a:cs typeface="Calibri"/>
              </a:rPr>
              <a:t>INSERT INTO visits VALUES (1329791, TIMESTAMP('2022-02-16', '10:53:10'), TIMESTAMP('2022-02-16', '16:53:15’));</a:t>
            </a:r>
          </a:p>
          <a:p>
            <a:pPr marL="12700" marR="5080">
              <a:lnSpc>
                <a:spcPct val="100000"/>
              </a:lnSpc>
            </a:pPr>
            <a:r>
              <a:rPr lang="en-IN" sz="1800" spc="-10" dirty="0">
                <a:solidFill>
                  <a:srgbClr val="FFFFFF"/>
                </a:solidFill>
                <a:latin typeface="Calibri"/>
                <a:cs typeface="Calibri"/>
              </a:rPr>
              <a:t>INSERT INTO visits VALUES (9154961, TIMESTAMP('2022-02-16', '10:53:45'), TIMESTAMP('2022-02-16', '16:07:41’));</a:t>
            </a:r>
          </a:p>
          <a:p>
            <a:pPr marL="12700" marR="5080">
              <a:lnSpc>
                <a:spcPct val="100000"/>
              </a:lnSpc>
            </a:pPr>
            <a:r>
              <a:rPr lang="en-IN" sz="1800" spc="-10" dirty="0">
                <a:solidFill>
                  <a:srgbClr val="FFFFFF"/>
                </a:solidFill>
                <a:latin typeface="Calibri"/>
                <a:cs typeface="Calibri"/>
              </a:rPr>
              <a:t>INSERT INTO visits VALUES (5542291, TIMESTAMP('2022-02-16', '10:45:55'), TIMESTAMP('2022-02-16', '16:05:09’));</a:t>
            </a:r>
          </a:p>
          <a:p>
            <a:pPr marL="12700" marR="5080">
              <a:lnSpc>
                <a:spcPct val="100000"/>
              </a:lnSpc>
            </a:pPr>
            <a:r>
              <a:rPr lang="en-IN" sz="1800" spc="-10" dirty="0">
                <a:solidFill>
                  <a:srgbClr val="FFFFFF"/>
                </a:solidFill>
                <a:latin typeface="Calibri"/>
                <a:cs typeface="Calibri"/>
              </a:rPr>
              <a:t>INSERT INTO visits VALUES (5193139, TIMESTAMP('2022-02-16', '10:57:30'), TIMESTAMP('2022-02-16', '16:07:11’));</a:t>
            </a:r>
          </a:p>
          <a:p>
            <a:pPr marL="12700" marR="5080">
              <a:lnSpc>
                <a:spcPct val="100000"/>
              </a:lnSpc>
            </a:pPr>
            <a:r>
              <a:rPr lang="en-IN" sz="1800" spc="-10" dirty="0">
                <a:solidFill>
                  <a:srgbClr val="FFFFFF"/>
                </a:solidFill>
                <a:latin typeface="Calibri"/>
                <a:cs typeface="Calibri"/>
              </a:rPr>
              <a:t>INSERT INTO visits VALUES (6824217, TIMESTAMP('2022-02-16', '10:59:37'), TIMESTAMP('2022-02-16', '16:49:04’));</a:t>
            </a:r>
          </a:p>
          <a:p>
            <a:pPr marL="12700" marR="5080">
              <a:lnSpc>
                <a:spcPct val="100000"/>
              </a:lnSpc>
            </a:pPr>
            <a:r>
              <a:rPr lang="en-IN" sz="1800" spc="-10" dirty="0">
                <a:solidFill>
                  <a:srgbClr val="FFFFFF"/>
                </a:solidFill>
                <a:latin typeface="Calibri"/>
                <a:cs typeface="Calibri"/>
              </a:rPr>
              <a:t>INSERT INTO visits VALUES (2110003, TIMESTAMP('2022-02-16', '10:35:55'), TIMESTAMP('2022-02-16', '16:39:35'));INSERT INTO visits VALUES (6382682, TIMESTAMP('2022-02-16', '10:19:33'), TIMESTAMP('2022-02-16', '16:37:00'));</a:t>
            </a:r>
            <a:endParaRPr sz="1800" dirty="0">
              <a:latin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CB02B0-6BAF-75B9-A3DD-A90DFF2ABE4F}"/>
              </a:ext>
            </a:extLst>
          </p:cNvPr>
          <p:cNvPicPr>
            <a:picLocks noChangeAspect="1"/>
          </p:cNvPicPr>
          <p:nvPr/>
        </p:nvPicPr>
        <p:blipFill>
          <a:blip r:embed="rId2"/>
          <a:stretch>
            <a:fillRect/>
          </a:stretch>
        </p:blipFill>
        <p:spPr>
          <a:xfrm>
            <a:off x="2453193" y="1828800"/>
            <a:ext cx="5486152" cy="240993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9600" spc="-50" dirty="0">
                <a:solidFill>
                  <a:srgbClr val="EE52A4"/>
                </a:solidFill>
                <a:latin typeface="Arial MT"/>
                <a:cs typeface="Arial MT"/>
              </a:rPr>
              <a:t>“</a:t>
            </a:r>
            <a:endParaRPr sz="9600">
              <a:latin typeface="Arial MT"/>
              <a:cs typeface="Arial MT"/>
            </a:endParaRPr>
          </a:p>
        </p:txBody>
      </p:sp>
      <p:sp>
        <p:nvSpPr>
          <p:cNvPr id="3" name="object 3"/>
          <p:cNvSpPr txBox="1"/>
          <p:nvPr/>
        </p:nvSpPr>
        <p:spPr>
          <a:xfrm>
            <a:off x="10027157" y="2613736"/>
            <a:ext cx="431800" cy="1489075"/>
          </a:xfrm>
          <a:prstGeom prst="rect">
            <a:avLst/>
          </a:prstGeom>
        </p:spPr>
        <p:txBody>
          <a:bodyPr vert="horz" wrap="square" lIns="0" tIns="12700" rIns="0" bIns="0" rtlCol="0">
            <a:spAutoFit/>
          </a:bodyPr>
          <a:lstStyle/>
          <a:p>
            <a:pPr marL="12700">
              <a:lnSpc>
                <a:spcPct val="100000"/>
              </a:lnSpc>
              <a:spcBef>
                <a:spcPts val="100"/>
              </a:spcBef>
            </a:pPr>
            <a:r>
              <a:rPr sz="9600" spc="-50" dirty="0">
                <a:solidFill>
                  <a:srgbClr val="EE52A4"/>
                </a:solidFill>
                <a:latin typeface="Arial MT"/>
                <a:cs typeface="Arial MT"/>
              </a:rPr>
              <a:t>”</a:t>
            </a:r>
            <a:endParaRPr sz="9600" dirty="0">
              <a:latin typeface="Arial MT"/>
              <a:cs typeface="Arial MT"/>
            </a:endParaRPr>
          </a:p>
        </p:txBody>
      </p:sp>
      <p:grpSp>
        <p:nvGrpSpPr>
          <p:cNvPr id="4" name="object 4"/>
          <p:cNvGrpSpPr/>
          <p:nvPr/>
        </p:nvGrpSpPr>
        <p:grpSpPr>
          <a:xfrm>
            <a:off x="4224528" y="0"/>
            <a:ext cx="6934834" cy="2983230"/>
            <a:chOff x="4224528" y="0"/>
            <a:chExt cx="6934834" cy="2983230"/>
          </a:xfrm>
        </p:grpSpPr>
        <p:pic>
          <p:nvPicPr>
            <p:cNvPr id="5" name="object 5"/>
            <p:cNvPicPr/>
            <p:nvPr/>
          </p:nvPicPr>
          <p:blipFill>
            <a:blip r:embed="rId2" cstate="print"/>
            <a:stretch>
              <a:fillRect/>
            </a:stretch>
          </p:blipFill>
          <p:spPr>
            <a:xfrm>
              <a:off x="10398252" y="0"/>
              <a:ext cx="760488" cy="1203960"/>
            </a:xfrm>
            <a:prstGeom prst="rect">
              <a:avLst/>
            </a:prstGeom>
          </p:spPr>
        </p:pic>
        <p:sp>
          <p:nvSpPr>
            <p:cNvPr id="6" name="object 6"/>
            <p:cNvSpPr/>
            <p:nvPr/>
          </p:nvSpPr>
          <p:spPr>
            <a:xfrm>
              <a:off x="10437876" y="0"/>
              <a:ext cx="685800" cy="1143000"/>
            </a:xfrm>
            <a:custGeom>
              <a:avLst/>
              <a:gdLst/>
              <a:ahLst/>
              <a:cxnLst/>
              <a:rect l="l" t="t" r="r" b="b"/>
              <a:pathLst>
                <a:path w="685800" h="1143000">
                  <a:moveTo>
                    <a:pt x="685800" y="0"/>
                  </a:moveTo>
                  <a:lnTo>
                    <a:pt x="0" y="0"/>
                  </a:lnTo>
                  <a:lnTo>
                    <a:pt x="0" y="1143000"/>
                  </a:lnTo>
                  <a:lnTo>
                    <a:pt x="685800" y="1143000"/>
                  </a:lnTo>
                  <a:lnTo>
                    <a:pt x="685800" y="0"/>
                  </a:lnTo>
                  <a:close/>
                </a:path>
              </a:pathLst>
            </a:custGeom>
            <a:solidFill>
              <a:srgbClr val="B31166"/>
            </a:solidFill>
          </p:spPr>
          <p:txBody>
            <a:bodyPr wrap="square" lIns="0" tIns="0" rIns="0" bIns="0" rtlCol="0"/>
            <a:lstStyle/>
            <a:p>
              <a:endParaRPr/>
            </a:p>
          </p:txBody>
        </p:sp>
        <p:pic>
          <p:nvPicPr>
            <p:cNvPr id="7" name="object 7"/>
            <p:cNvPicPr/>
            <p:nvPr/>
          </p:nvPicPr>
          <p:blipFill>
            <a:blip r:embed="rId3" cstate="print"/>
            <a:stretch>
              <a:fillRect/>
            </a:stretch>
          </p:blipFill>
          <p:spPr>
            <a:xfrm>
              <a:off x="4224528" y="1863851"/>
              <a:ext cx="3201162" cy="1119377"/>
            </a:xfrm>
            <a:prstGeom prst="rect">
              <a:avLst/>
            </a:prstGeom>
          </p:spPr>
        </p:pic>
      </p:grpSp>
      <p:sp>
        <p:nvSpPr>
          <p:cNvPr id="8" name="object 8"/>
          <p:cNvSpPr txBox="1"/>
          <p:nvPr/>
        </p:nvSpPr>
        <p:spPr>
          <a:xfrm>
            <a:off x="4526407" y="2005406"/>
            <a:ext cx="2564765" cy="635000"/>
          </a:xfrm>
          <a:prstGeom prst="rect">
            <a:avLst/>
          </a:prstGeom>
        </p:spPr>
        <p:txBody>
          <a:bodyPr vert="horz" wrap="square" lIns="0" tIns="12065" rIns="0" bIns="0" rtlCol="0">
            <a:spAutoFit/>
          </a:bodyPr>
          <a:lstStyle/>
          <a:p>
            <a:pPr marL="12700">
              <a:lnSpc>
                <a:spcPct val="100000"/>
              </a:lnSpc>
              <a:spcBef>
                <a:spcPts val="95"/>
              </a:spcBef>
            </a:pPr>
            <a:r>
              <a:rPr sz="4000" b="1" i="1" u="sng" spc="-480" dirty="0">
                <a:solidFill>
                  <a:srgbClr val="EBEBEB"/>
                </a:solidFill>
                <a:uFill>
                  <a:solidFill>
                    <a:srgbClr val="EBEBEB"/>
                  </a:solidFill>
                </a:uFill>
                <a:latin typeface="Verdana"/>
                <a:cs typeface="Verdana"/>
              </a:rPr>
              <a:t>Thank</a:t>
            </a:r>
            <a:r>
              <a:rPr sz="4000" b="1" i="1" u="sng" spc="-245" dirty="0">
                <a:solidFill>
                  <a:srgbClr val="EBEBEB"/>
                </a:solidFill>
                <a:uFill>
                  <a:solidFill>
                    <a:srgbClr val="EBEBEB"/>
                  </a:solidFill>
                </a:uFill>
                <a:latin typeface="Verdana"/>
                <a:cs typeface="Verdana"/>
              </a:rPr>
              <a:t> </a:t>
            </a:r>
            <a:r>
              <a:rPr sz="4000" b="1" i="1" u="sng" spc="-400" dirty="0">
                <a:solidFill>
                  <a:srgbClr val="EBEBEB"/>
                </a:solidFill>
                <a:uFill>
                  <a:solidFill>
                    <a:srgbClr val="EBEBEB"/>
                  </a:solidFill>
                </a:uFill>
                <a:latin typeface="Verdana"/>
                <a:cs typeface="Verdana"/>
              </a:rPr>
              <a:t>You</a:t>
            </a:r>
            <a:endParaRPr sz="4000" dirty="0">
              <a:latin typeface="Verdana"/>
              <a:cs typeface="Verdana"/>
            </a:endParaRPr>
          </a:p>
        </p:txBody>
      </p:sp>
      <p:pic>
        <p:nvPicPr>
          <p:cNvPr id="9" name="object 9"/>
          <p:cNvPicPr/>
          <p:nvPr/>
        </p:nvPicPr>
        <p:blipFill>
          <a:blip r:embed="rId4" cstate="print"/>
          <a:stretch>
            <a:fillRect/>
          </a:stretch>
        </p:blipFill>
        <p:spPr>
          <a:xfrm>
            <a:off x="4529328" y="2563367"/>
            <a:ext cx="2591562" cy="9829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TotalTime>
  <Words>2492</Words>
  <Application>Microsoft Office PowerPoint</Application>
  <PresentationFormat>Widescreen</PresentationFormat>
  <Paragraphs>143</Paragraphs>
  <Slides>35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Algerian</vt:lpstr>
      <vt:lpstr>Arial MT</vt:lpstr>
      <vt:lpstr>Calibri</vt:lpstr>
      <vt:lpstr>Cambria</vt:lpstr>
      <vt:lpstr>Lucida Sans Unicode</vt:lpstr>
      <vt:lpstr>Verdana</vt:lpstr>
      <vt:lpstr>Wingdings</vt:lpstr>
      <vt:lpstr>Office Theme</vt:lpstr>
      <vt:lpstr>National Institute of Technology, Warangal</vt:lpstr>
      <vt:lpstr>Problem Statement</vt:lpstr>
      <vt:lpstr>PowerPoint Presentation</vt:lpstr>
      <vt:lpstr>R e l a t i o n a l   schema before n ormalisation</vt:lpstr>
      <vt:lpstr>PowerPoint Presentation</vt:lpstr>
      <vt:lpstr>Features Of Database :</vt:lpstr>
      <vt:lpstr>Normalisation</vt:lpstr>
      <vt:lpstr>PowerPoint Presentation</vt:lpstr>
      <vt:lpstr>PowerPoint Presentation</vt:lpstr>
      <vt:lpstr>PowerPoint Presentation</vt:lpstr>
      <vt:lpstr>PowerPoint Presentation</vt:lpstr>
      <vt:lpstr>PowerPoint Presentation</vt:lpstr>
      <vt:lpstr>PowerPoint Presentation</vt:lpstr>
      <vt:lpstr>R e l a t i o n a l   schema a f t e r  n ormalisation</vt:lpstr>
      <vt:lpstr>PowerPoint Presentation</vt:lpstr>
      <vt:lpstr>Creation o f t a b l e s and insertion o f d a t 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ZOO MANAGEMENT</dc:title>
  <dc:creator>Meet Popat</dc:creator>
  <cp:lastModifiedBy>Praveen kumar M</cp:lastModifiedBy>
  <cp:revision>5</cp:revision>
  <dcterms:created xsi:type="dcterms:W3CDTF">2024-07-03T13:47:36Z</dcterms:created>
  <dcterms:modified xsi:type="dcterms:W3CDTF">2024-07-06T12:50:20Z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2022-07-06T00:00:00Z</vt:filetime>
  </property>
  <property fmtid="{D5CDD505-2E9C-101B-9397-08002B2CF9AE}" pid="3" name="Creator">
    <vt:lpwstr>Microsoft® PowerPoint® 2019</vt:lpwstr>
  </property>
  <property fmtid="{D5CDD505-2E9C-101B-9397-08002B2CF9AE}" pid="4" name="LastSaved">
    <vt:filetime>2024-07-03T00:00:00Z</vt:filetime>
  </property>
  <property fmtid="{D5CDD505-2E9C-101B-9397-08002B2CF9AE}" pid="5" name="Producer">
    <vt:lpwstr>Microsoft® PowerPoint® 2019</vt:lpwstr>
  </property>
</Properties>
</file>